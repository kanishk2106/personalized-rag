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34"/>
  </p:notesMasterIdLst>
  <p:sldIdLst>
    <p:sldId id="256" r:id="rId5"/>
    <p:sldId id="257" r:id="rId6"/>
    <p:sldId id="278" r:id="rId7"/>
    <p:sldId id="291" r:id="rId8"/>
    <p:sldId id="292" r:id="rId9"/>
    <p:sldId id="293" r:id="rId10"/>
    <p:sldId id="294" r:id="rId11"/>
    <p:sldId id="298" r:id="rId12"/>
    <p:sldId id="283" r:id="rId13"/>
    <p:sldId id="299" r:id="rId14"/>
    <p:sldId id="300" r:id="rId15"/>
    <p:sldId id="301" r:id="rId16"/>
    <p:sldId id="302" r:id="rId17"/>
    <p:sldId id="303" r:id="rId18"/>
    <p:sldId id="304" r:id="rId19"/>
    <p:sldId id="305" r:id="rId20"/>
    <p:sldId id="306" r:id="rId21"/>
    <p:sldId id="307" r:id="rId22"/>
    <p:sldId id="318" r:id="rId23"/>
    <p:sldId id="317" r:id="rId24"/>
    <p:sldId id="309" r:id="rId25"/>
    <p:sldId id="310" r:id="rId26"/>
    <p:sldId id="311" r:id="rId27"/>
    <p:sldId id="312" r:id="rId28"/>
    <p:sldId id="313" r:id="rId29"/>
    <p:sldId id="314" r:id="rId30"/>
    <p:sldId id="315" r:id="rId31"/>
    <p:sldId id="316" r:id="rId32"/>
    <p:sldId id="31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39"/>
    <a:srgbClr val="005339"/>
    <a:srgbClr val="A8C46E"/>
    <a:srgbClr val="AD1A3A"/>
    <a:srgbClr val="B8A8CB"/>
    <a:srgbClr val="FFFFFF"/>
    <a:srgbClr val="C0504D"/>
    <a:srgbClr val="9BBB59"/>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97" autoAdjust="0"/>
    <p:restoredTop sz="72410" autoAdjust="0"/>
  </p:normalViewPr>
  <p:slideViewPr>
    <p:cSldViewPr snapToGrid="0">
      <p:cViewPr varScale="1">
        <p:scale>
          <a:sx n="74" d="100"/>
          <a:sy n="74" d="100"/>
        </p:scale>
        <p:origin x="64" y="1024"/>
      </p:cViewPr>
      <p:guideLst/>
    </p:cSldViewPr>
  </p:slideViewPr>
  <p:outlineViewPr>
    <p:cViewPr>
      <p:scale>
        <a:sx n="33" d="100"/>
        <a:sy n="33" d="100"/>
      </p:scale>
      <p:origin x="0" y="-670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ng-Yi Yu" userId="f9586db0-74ee-4635-a01b-2383b74f8a0c" providerId="ADAL" clId="{55E54E6E-39FF-414A-9EBB-D822F5E9201A}"/>
    <pc:docChg chg="undo redo custSel addSld delSld modSld sldOrd">
      <pc:chgData name="Fang-Yi Yu" userId="f9586db0-74ee-4635-a01b-2383b74f8a0c" providerId="ADAL" clId="{55E54E6E-39FF-414A-9EBB-D822F5E9201A}" dt="2025-09-10T23:19:37.642" v="2287" actId="20577"/>
      <pc:docMkLst>
        <pc:docMk/>
      </pc:docMkLst>
      <pc:sldChg chg="modSp mod">
        <pc:chgData name="Fang-Yi Yu" userId="f9586db0-74ee-4635-a01b-2383b74f8a0c" providerId="ADAL" clId="{55E54E6E-39FF-414A-9EBB-D822F5E9201A}" dt="2025-09-10T21:22:32.064" v="7" actId="20577"/>
        <pc:sldMkLst>
          <pc:docMk/>
          <pc:sldMk cId="2752177244" sldId="257"/>
        </pc:sldMkLst>
        <pc:spChg chg="mod">
          <ac:chgData name="Fang-Yi Yu" userId="f9586db0-74ee-4635-a01b-2383b74f8a0c" providerId="ADAL" clId="{55E54E6E-39FF-414A-9EBB-D822F5E9201A}" dt="2025-09-10T21:22:32.064" v="7" actId="20577"/>
          <ac:spMkLst>
            <pc:docMk/>
            <pc:sldMk cId="2752177244" sldId="257"/>
            <ac:spMk id="3" creationId="{7CA491FF-2830-A259-183A-1D171EF9956C}"/>
          </ac:spMkLst>
        </pc:spChg>
      </pc:sldChg>
      <pc:sldChg chg="del">
        <pc:chgData name="Fang-Yi Yu" userId="f9586db0-74ee-4635-a01b-2383b74f8a0c" providerId="ADAL" clId="{55E54E6E-39FF-414A-9EBB-D822F5E9201A}" dt="2025-09-10T21:23:14.624" v="8" actId="47"/>
        <pc:sldMkLst>
          <pc:docMk/>
          <pc:sldMk cId="3335351049" sldId="263"/>
        </pc:sldMkLst>
      </pc:sldChg>
      <pc:sldChg chg="del">
        <pc:chgData name="Fang-Yi Yu" userId="f9586db0-74ee-4635-a01b-2383b74f8a0c" providerId="ADAL" clId="{55E54E6E-39FF-414A-9EBB-D822F5E9201A}" dt="2025-09-10T21:23:14.624" v="8" actId="47"/>
        <pc:sldMkLst>
          <pc:docMk/>
          <pc:sldMk cId="901117296" sldId="265"/>
        </pc:sldMkLst>
      </pc:sldChg>
      <pc:sldChg chg="del">
        <pc:chgData name="Fang-Yi Yu" userId="f9586db0-74ee-4635-a01b-2383b74f8a0c" providerId="ADAL" clId="{55E54E6E-39FF-414A-9EBB-D822F5E9201A}" dt="2025-09-10T21:23:14.624" v="8" actId="47"/>
        <pc:sldMkLst>
          <pc:docMk/>
          <pc:sldMk cId="2155190713" sldId="266"/>
        </pc:sldMkLst>
      </pc:sldChg>
      <pc:sldChg chg="del">
        <pc:chgData name="Fang-Yi Yu" userId="f9586db0-74ee-4635-a01b-2383b74f8a0c" providerId="ADAL" clId="{55E54E6E-39FF-414A-9EBB-D822F5E9201A}" dt="2025-09-10T21:23:14.624" v="8" actId="47"/>
        <pc:sldMkLst>
          <pc:docMk/>
          <pc:sldMk cId="642476976" sldId="267"/>
        </pc:sldMkLst>
      </pc:sldChg>
      <pc:sldChg chg="del">
        <pc:chgData name="Fang-Yi Yu" userId="f9586db0-74ee-4635-a01b-2383b74f8a0c" providerId="ADAL" clId="{55E54E6E-39FF-414A-9EBB-D822F5E9201A}" dt="2025-09-10T21:23:20.651" v="9" actId="47"/>
        <pc:sldMkLst>
          <pc:docMk/>
          <pc:sldMk cId="932093379" sldId="269"/>
        </pc:sldMkLst>
      </pc:sldChg>
      <pc:sldChg chg="del">
        <pc:chgData name="Fang-Yi Yu" userId="f9586db0-74ee-4635-a01b-2383b74f8a0c" providerId="ADAL" clId="{55E54E6E-39FF-414A-9EBB-D822F5E9201A}" dt="2025-09-10T21:23:14.624" v="8" actId="47"/>
        <pc:sldMkLst>
          <pc:docMk/>
          <pc:sldMk cId="3318357661" sldId="270"/>
        </pc:sldMkLst>
      </pc:sldChg>
      <pc:sldChg chg="del">
        <pc:chgData name="Fang-Yi Yu" userId="f9586db0-74ee-4635-a01b-2383b74f8a0c" providerId="ADAL" clId="{55E54E6E-39FF-414A-9EBB-D822F5E9201A}" dt="2025-09-10T21:23:31.008" v="10" actId="47"/>
        <pc:sldMkLst>
          <pc:docMk/>
          <pc:sldMk cId="3201493368" sldId="271"/>
        </pc:sldMkLst>
      </pc:sldChg>
      <pc:sldChg chg="del">
        <pc:chgData name="Fang-Yi Yu" userId="f9586db0-74ee-4635-a01b-2383b74f8a0c" providerId="ADAL" clId="{55E54E6E-39FF-414A-9EBB-D822F5E9201A}" dt="2025-09-10T21:23:31.008" v="10" actId="47"/>
        <pc:sldMkLst>
          <pc:docMk/>
          <pc:sldMk cId="3185892399" sldId="272"/>
        </pc:sldMkLst>
      </pc:sldChg>
      <pc:sldChg chg="del">
        <pc:chgData name="Fang-Yi Yu" userId="f9586db0-74ee-4635-a01b-2383b74f8a0c" providerId="ADAL" clId="{55E54E6E-39FF-414A-9EBB-D822F5E9201A}" dt="2025-09-10T21:23:31.008" v="10" actId="47"/>
        <pc:sldMkLst>
          <pc:docMk/>
          <pc:sldMk cId="322153240" sldId="273"/>
        </pc:sldMkLst>
      </pc:sldChg>
      <pc:sldChg chg="del">
        <pc:chgData name="Fang-Yi Yu" userId="f9586db0-74ee-4635-a01b-2383b74f8a0c" providerId="ADAL" clId="{55E54E6E-39FF-414A-9EBB-D822F5E9201A}" dt="2025-09-10T21:23:31.008" v="10" actId="47"/>
        <pc:sldMkLst>
          <pc:docMk/>
          <pc:sldMk cId="2952167432" sldId="274"/>
        </pc:sldMkLst>
      </pc:sldChg>
      <pc:sldChg chg="del">
        <pc:chgData name="Fang-Yi Yu" userId="f9586db0-74ee-4635-a01b-2383b74f8a0c" providerId="ADAL" clId="{55E54E6E-39FF-414A-9EBB-D822F5E9201A}" dt="2025-09-10T21:23:31.008" v="10" actId="47"/>
        <pc:sldMkLst>
          <pc:docMk/>
          <pc:sldMk cId="1559038623" sldId="275"/>
        </pc:sldMkLst>
      </pc:sldChg>
      <pc:sldChg chg="del">
        <pc:chgData name="Fang-Yi Yu" userId="f9586db0-74ee-4635-a01b-2383b74f8a0c" providerId="ADAL" clId="{55E54E6E-39FF-414A-9EBB-D822F5E9201A}" dt="2025-09-10T21:23:31.008" v="10" actId="47"/>
        <pc:sldMkLst>
          <pc:docMk/>
          <pc:sldMk cId="790410697" sldId="276"/>
        </pc:sldMkLst>
      </pc:sldChg>
      <pc:sldChg chg="del">
        <pc:chgData name="Fang-Yi Yu" userId="f9586db0-74ee-4635-a01b-2383b74f8a0c" providerId="ADAL" clId="{55E54E6E-39FF-414A-9EBB-D822F5E9201A}" dt="2025-09-10T21:29:19.609" v="314" actId="47"/>
        <pc:sldMkLst>
          <pc:docMk/>
          <pc:sldMk cId="3092173950" sldId="277"/>
        </pc:sldMkLst>
      </pc:sldChg>
      <pc:sldChg chg="modSp mod">
        <pc:chgData name="Fang-Yi Yu" userId="f9586db0-74ee-4635-a01b-2383b74f8a0c" providerId="ADAL" clId="{55E54E6E-39FF-414A-9EBB-D822F5E9201A}" dt="2025-09-10T21:32:51.175" v="469" actId="6549"/>
        <pc:sldMkLst>
          <pc:docMk/>
          <pc:sldMk cId="1630083241" sldId="278"/>
        </pc:sldMkLst>
        <pc:spChg chg="mod">
          <ac:chgData name="Fang-Yi Yu" userId="f9586db0-74ee-4635-a01b-2383b74f8a0c" providerId="ADAL" clId="{55E54E6E-39FF-414A-9EBB-D822F5E9201A}" dt="2025-09-10T21:23:39.813" v="23" actId="20577"/>
          <ac:spMkLst>
            <pc:docMk/>
            <pc:sldMk cId="1630083241" sldId="278"/>
            <ac:spMk id="6" creationId="{1503DF36-1E40-6D49-A7DE-346AB96FEF20}"/>
          </ac:spMkLst>
        </pc:spChg>
        <pc:spChg chg="mod">
          <ac:chgData name="Fang-Yi Yu" userId="f9586db0-74ee-4635-a01b-2383b74f8a0c" providerId="ADAL" clId="{55E54E6E-39FF-414A-9EBB-D822F5E9201A}" dt="2025-09-10T21:32:51.175" v="469" actId="6549"/>
          <ac:spMkLst>
            <pc:docMk/>
            <pc:sldMk cId="1630083241" sldId="278"/>
            <ac:spMk id="7" creationId="{7BF52660-3FBE-13FF-F479-751CA86B51E6}"/>
          </ac:spMkLst>
        </pc:spChg>
      </pc:sldChg>
      <pc:sldChg chg="del">
        <pc:chgData name="Fang-Yi Yu" userId="f9586db0-74ee-4635-a01b-2383b74f8a0c" providerId="ADAL" clId="{55E54E6E-39FF-414A-9EBB-D822F5E9201A}" dt="2025-09-10T21:29:19.609" v="314" actId="47"/>
        <pc:sldMkLst>
          <pc:docMk/>
          <pc:sldMk cId="902567686" sldId="279"/>
        </pc:sldMkLst>
      </pc:sldChg>
      <pc:sldChg chg="del">
        <pc:chgData name="Fang-Yi Yu" userId="f9586db0-74ee-4635-a01b-2383b74f8a0c" providerId="ADAL" clId="{55E54E6E-39FF-414A-9EBB-D822F5E9201A}" dt="2025-09-10T21:30:58.317" v="429" actId="47"/>
        <pc:sldMkLst>
          <pc:docMk/>
          <pc:sldMk cId="1320285779" sldId="280"/>
        </pc:sldMkLst>
      </pc:sldChg>
      <pc:sldChg chg="del">
        <pc:chgData name="Fang-Yi Yu" userId="f9586db0-74ee-4635-a01b-2383b74f8a0c" providerId="ADAL" clId="{55E54E6E-39FF-414A-9EBB-D822F5E9201A}" dt="2025-09-10T21:23:20.651" v="9" actId="47"/>
        <pc:sldMkLst>
          <pc:docMk/>
          <pc:sldMk cId="1607538317" sldId="281"/>
        </pc:sldMkLst>
      </pc:sldChg>
      <pc:sldChg chg="del">
        <pc:chgData name="Fang-Yi Yu" userId="f9586db0-74ee-4635-a01b-2383b74f8a0c" providerId="ADAL" clId="{55E54E6E-39FF-414A-9EBB-D822F5E9201A}" dt="2025-09-10T21:30:26.718" v="425" actId="47"/>
        <pc:sldMkLst>
          <pc:docMk/>
          <pc:sldMk cId="370683190" sldId="282"/>
        </pc:sldMkLst>
      </pc:sldChg>
      <pc:sldChg chg="addSp delSp modSp mod">
        <pc:chgData name="Fang-Yi Yu" userId="f9586db0-74ee-4635-a01b-2383b74f8a0c" providerId="ADAL" clId="{55E54E6E-39FF-414A-9EBB-D822F5E9201A}" dt="2025-09-10T22:12:48.414" v="1562" actId="20577"/>
        <pc:sldMkLst>
          <pc:docMk/>
          <pc:sldMk cId="1021959232" sldId="283"/>
        </pc:sldMkLst>
        <pc:spChg chg="mod">
          <ac:chgData name="Fang-Yi Yu" userId="f9586db0-74ee-4635-a01b-2383b74f8a0c" providerId="ADAL" clId="{55E54E6E-39FF-414A-9EBB-D822F5E9201A}" dt="2025-09-10T22:11:04.665" v="1498" actId="20577"/>
          <ac:spMkLst>
            <pc:docMk/>
            <pc:sldMk cId="1021959232" sldId="283"/>
            <ac:spMk id="2" creationId="{438CC3B8-3F5A-D9DF-3F01-A5E2EEAC8443}"/>
          </ac:spMkLst>
        </pc:spChg>
        <pc:spChg chg="add del mod">
          <ac:chgData name="Fang-Yi Yu" userId="f9586db0-74ee-4635-a01b-2383b74f8a0c" providerId="ADAL" clId="{55E54E6E-39FF-414A-9EBB-D822F5E9201A}" dt="2025-09-10T22:12:48.414" v="1562" actId="20577"/>
          <ac:spMkLst>
            <pc:docMk/>
            <pc:sldMk cId="1021959232" sldId="283"/>
            <ac:spMk id="3" creationId="{6267395C-BCD3-3D66-FAE6-69BD2EF376AE}"/>
          </ac:spMkLst>
        </pc:spChg>
        <pc:spChg chg="add del">
          <ac:chgData name="Fang-Yi Yu" userId="f9586db0-74ee-4635-a01b-2383b74f8a0c" providerId="ADAL" clId="{55E54E6E-39FF-414A-9EBB-D822F5E9201A}" dt="2025-09-10T22:11:15.230" v="1500"/>
          <ac:spMkLst>
            <pc:docMk/>
            <pc:sldMk cId="1021959232" sldId="283"/>
            <ac:spMk id="5" creationId="{F5A2DEF2-7E02-487B-A530-A729370E998D}"/>
          </ac:spMkLst>
        </pc:spChg>
        <pc:spChg chg="add del mod">
          <ac:chgData name="Fang-Yi Yu" userId="f9586db0-74ee-4635-a01b-2383b74f8a0c" providerId="ADAL" clId="{55E54E6E-39FF-414A-9EBB-D822F5E9201A}" dt="2025-09-10T22:11:19.974" v="1503"/>
          <ac:spMkLst>
            <pc:docMk/>
            <pc:sldMk cId="1021959232" sldId="283"/>
            <ac:spMk id="6" creationId="{3380C566-FEE4-4668-B0CF-06F2D9511056}"/>
          </ac:spMkLst>
        </pc:spChg>
      </pc:sldChg>
      <pc:sldChg chg="del">
        <pc:chgData name="Fang-Yi Yu" userId="f9586db0-74ee-4635-a01b-2383b74f8a0c" providerId="ADAL" clId="{55E54E6E-39FF-414A-9EBB-D822F5E9201A}" dt="2025-09-10T22:10:34.866" v="1479" actId="47"/>
        <pc:sldMkLst>
          <pc:docMk/>
          <pc:sldMk cId="209064943" sldId="284"/>
        </pc:sldMkLst>
      </pc:sldChg>
      <pc:sldChg chg="del">
        <pc:chgData name="Fang-Yi Yu" userId="f9586db0-74ee-4635-a01b-2383b74f8a0c" providerId="ADAL" clId="{55E54E6E-39FF-414A-9EBB-D822F5E9201A}" dt="2025-09-10T22:10:34.866" v="1479" actId="47"/>
        <pc:sldMkLst>
          <pc:docMk/>
          <pc:sldMk cId="3724645074" sldId="285"/>
        </pc:sldMkLst>
      </pc:sldChg>
      <pc:sldChg chg="del">
        <pc:chgData name="Fang-Yi Yu" userId="f9586db0-74ee-4635-a01b-2383b74f8a0c" providerId="ADAL" clId="{55E54E6E-39FF-414A-9EBB-D822F5E9201A}" dt="2025-09-10T22:10:34.866" v="1479" actId="47"/>
        <pc:sldMkLst>
          <pc:docMk/>
          <pc:sldMk cId="3746502928" sldId="286"/>
        </pc:sldMkLst>
      </pc:sldChg>
      <pc:sldChg chg="del">
        <pc:chgData name="Fang-Yi Yu" userId="f9586db0-74ee-4635-a01b-2383b74f8a0c" providerId="ADAL" clId="{55E54E6E-39FF-414A-9EBB-D822F5E9201A}" dt="2025-09-10T22:10:34.866" v="1479" actId="47"/>
        <pc:sldMkLst>
          <pc:docMk/>
          <pc:sldMk cId="1104664047" sldId="287"/>
        </pc:sldMkLst>
      </pc:sldChg>
      <pc:sldChg chg="del">
        <pc:chgData name="Fang-Yi Yu" userId="f9586db0-74ee-4635-a01b-2383b74f8a0c" providerId="ADAL" clId="{55E54E6E-39FF-414A-9EBB-D822F5E9201A}" dt="2025-09-10T22:10:34.866" v="1479" actId="47"/>
        <pc:sldMkLst>
          <pc:docMk/>
          <pc:sldMk cId="3872022307" sldId="288"/>
        </pc:sldMkLst>
      </pc:sldChg>
      <pc:sldChg chg="del">
        <pc:chgData name="Fang-Yi Yu" userId="f9586db0-74ee-4635-a01b-2383b74f8a0c" providerId="ADAL" clId="{55E54E6E-39FF-414A-9EBB-D822F5E9201A}" dt="2025-09-10T21:23:14.624" v="8" actId="47"/>
        <pc:sldMkLst>
          <pc:docMk/>
          <pc:sldMk cId="3990736736" sldId="289"/>
        </pc:sldMkLst>
      </pc:sldChg>
      <pc:sldChg chg="del">
        <pc:chgData name="Fang-Yi Yu" userId="f9586db0-74ee-4635-a01b-2383b74f8a0c" providerId="ADAL" clId="{55E54E6E-39FF-414A-9EBB-D822F5E9201A}" dt="2025-09-10T22:10:34.866" v="1479" actId="47"/>
        <pc:sldMkLst>
          <pc:docMk/>
          <pc:sldMk cId="2230584722" sldId="290"/>
        </pc:sldMkLst>
      </pc:sldChg>
      <pc:sldChg chg="modSp new mod">
        <pc:chgData name="Fang-Yi Yu" userId="f9586db0-74ee-4635-a01b-2383b74f8a0c" providerId="ADAL" clId="{55E54E6E-39FF-414A-9EBB-D822F5E9201A}" dt="2025-09-10T21:30:38.665" v="428" actId="20577"/>
        <pc:sldMkLst>
          <pc:docMk/>
          <pc:sldMk cId="1864131246" sldId="291"/>
        </pc:sldMkLst>
        <pc:spChg chg="mod">
          <ac:chgData name="Fang-Yi Yu" userId="f9586db0-74ee-4635-a01b-2383b74f8a0c" providerId="ADAL" clId="{55E54E6E-39FF-414A-9EBB-D822F5E9201A}" dt="2025-09-10T21:29:32.453" v="326" actId="20577"/>
          <ac:spMkLst>
            <pc:docMk/>
            <pc:sldMk cId="1864131246" sldId="291"/>
            <ac:spMk id="2" creationId="{84702B90-4FBB-465E-BE10-36B7F6CF7907}"/>
          </ac:spMkLst>
        </pc:spChg>
        <pc:spChg chg="mod">
          <ac:chgData name="Fang-Yi Yu" userId="f9586db0-74ee-4635-a01b-2383b74f8a0c" providerId="ADAL" clId="{55E54E6E-39FF-414A-9EBB-D822F5E9201A}" dt="2025-09-10T21:30:38.665" v="428" actId="20577"/>
          <ac:spMkLst>
            <pc:docMk/>
            <pc:sldMk cId="1864131246" sldId="291"/>
            <ac:spMk id="3" creationId="{F103F2AB-6AC3-4588-B5DE-7423E00E4F5D}"/>
          </ac:spMkLst>
        </pc:spChg>
      </pc:sldChg>
      <pc:sldChg chg="addSp modSp new mod">
        <pc:chgData name="Fang-Yi Yu" userId="f9586db0-74ee-4635-a01b-2383b74f8a0c" providerId="ADAL" clId="{55E54E6E-39FF-414A-9EBB-D822F5E9201A}" dt="2025-09-10T21:33:53.498" v="483" actId="6549"/>
        <pc:sldMkLst>
          <pc:docMk/>
          <pc:sldMk cId="1310150982" sldId="292"/>
        </pc:sldMkLst>
        <pc:spChg chg="mod">
          <ac:chgData name="Fang-Yi Yu" userId="f9586db0-74ee-4635-a01b-2383b74f8a0c" providerId="ADAL" clId="{55E54E6E-39FF-414A-9EBB-D822F5E9201A}" dt="2025-09-10T21:33:53.498" v="483" actId="6549"/>
          <ac:spMkLst>
            <pc:docMk/>
            <pc:sldMk cId="1310150982" sldId="292"/>
            <ac:spMk id="2" creationId="{18600DC2-8A67-4BD1-8A20-782804AC5E6B}"/>
          </ac:spMkLst>
        </pc:spChg>
        <pc:spChg chg="mod">
          <ac:chgData name="Fang-Yi Yu" userId="f9586db0-74ee-4635-a01b-2383b74f8a0c" providerId="ADAL" clId="{55E54E6E-39FF-414A-9EBB-D822F5E9201A}" dt="2025-09-10T21:33:02.712" v="470"/>
          <ac:spMkLst>
            <pc:docMk/>
            <pc:sldMk cId="1310150982" sldId="292"/>
            <ac:spMk id="3" creationId="{E69B138C-807A-4072-BFEA-27FA58D19C34}"/>
          </ac:spMkLst>
        </pc:spChg>
        <pc:picChg chg="add mod">
          <ac:chgData name="Fang-Yi Yu" userId="f9586db0-74ee-4635-a01b-2383b74f8a0c" providerId="ADAL" clId="{55E54E6E-39FF-414A-9EBB-D822F5E9201A}" dt="2025-09-10T21:33:26.132" v="474" actId="1076"/>
          <ac:picMkLst>
            <pc:docMk/>
            <pc:sldMk cId="1310150982" sldId="292"/>
            <ac:picMk id="1026" creationId="{80D017D1-34FA-4EC2-BBE9-D1F4E97CCFD1}"/>
          </ac:picMkLst>
        </pc:picChg>
      </pc:sldChg>
      <pc:sldChg chg="addSp delSp modSp add mod">
        <pc:chgData name="Fang-Yi Yu" userId="f9586db0-74ee-4635-a01b-2383b74f8a0c" providerId="ADAL" clId="{55E54E6E-39FF-414A-9EBB-D822F5E9201A}" dt="2025-09-10T22:09:43.113" v="1476" actId="14100"/>
        <pc:sldMkLst>
          <pc:docMk/>
          <pc:sldMk cId="617485509" sldId="293"/>
        </pc:sldMkLst>
        <pc:spChg chg="mod">
          <ac:chgData name="Fang-Yi Yu" userId="f9586db0-74ee-4635-a01b-2383b74f8a0c" providerId="ADAL" clId="{55E54E6E-39FF-414A-9EBB-D822F5E9201A}" dt="2025-09-10T22:01:56.466" v="1089" actId="6549"/>
          <ac:spMkLst>
            <pc:docMk/>
            <pc:sldMk cId="617485509" sldId="293"/>
            <ac:spMk id="2" creationId="{18600DC2-8A67-4BD1-8A20-782804AC5E6B}"/>
          </ac:spMkLst>
        </pc:spChg>
        <pc:spChg chg="mod">
          <ac:chgData name="Fang-Yi Yu" userId="f9586db0-74ee-4635-a01b-2383b74f8a0c" providerId="ADAL" clId="{55E54E6E-39FF-414A-9EBB-D822F5E9201A}" dt="2025-09-10T22:09:36.676" v="1475" actId="20577"/>
          <ac:spMkLst>
            <pc:docMk/>
            <pc:sldMk cId="617485509" sldId="293"/>
            <ac:spMk id="3" creationId="{E69B138C-807A-4072-BFEA-27FA58D19C34}"/>
          </ac:spMkLst>
        </pc:spChg>
        <pc:graphicFrameChg chg="add del mod">
          <ac:chgData name="Fang-Yi Yu" userId="f9586db0-74ee-4635-a01b-2383b74f8a0c" providerId="ADAL" clId="{55E54E6E-39FF-414A-9EBB-D822F5E9201A}" dt="2025-09-10T21:39:05.378" v="559" actId="478"/>
          <ac:graphicFrameMkLst>
            <pc:docMk/>
            <pc:sldMk cId="617485509" sldId="293"/>
            <ac:graphicFrameMk id="7" creationId="{BB67E19C-34C4-4B1F-8C8D-161F6071B4EC}"/>
          </ac:graphicFrameMkLst>
        </pc:graphicFrameChg>
        <pc:picChg chg="add del mod">
          <ac:chgData name="Fang-Yi Yu" userId="f9586db0-74ee-4635-a01b-2383b74f8a0c" providerId="ADAL" clId="{55E54E6E-39FF-414A-9EBB-D822F5E9201A}" dt="2025-09-10T21:37:36.030" v="555" actId="478"/>
          <ac:picMkLst>
            <pc:docMk/>
            <pc:sldMk cId="617485509" sldId="293"/>
            <ac:picMk id="6" creationId="{B7B7552C-1D1E-4099-8596-749B6CA64D44}"/>
          </ac:picMkLst>
        </pc:picChg>
        <pc:picChg chg="add mod modCrop">
          <ac:chgData name="Fang-Yi Yu" userId="f9586db0-74ee-4635-a01b-2383b74f8a0c" providerId="ADAL" clId="{55E54E6E-39FF-414A-9EBB-D822F5E9201A}" dt="2025-09-10T22:09:43.113" v="1476" actId="14100"/>
          <ac:picMkLst>
            <pc:docMk/>
            <pc:sldMk cId="617485509" sldId="293"/>
            <ac:picMk id="9" creationId="{CDD6D763-D090-4661-8DFF-7F511B6690C8}"/>
          </ac:picMkLst>
        </pc:picChg>
        <pc:picChg chg="del">
          <ac:chgData name="Fang-Yi Yu" userId="f9586db0-74ee-4635-a01b-2383b74f8a0c" providerId="ADAL" clId="{55E54E6E-39FF-414A-9EBB-D822F5E9201A}" dt="2025-09-10T21:34:28.791" v="503" actId="478"/>
          <ac:picMkLst>
            <pc:docMk/>
            <pc:sldMk cId="617485509" sldId="293"/>
            <ac:picMk id="1026" creationId="{80D017D1-34FA-4EC2-BBE9-D1F4E97CCFD1}"/>
          </ac:picMkLst>
        </pc:picChg>
      </pc:sldChg>
      <pc:sldChg chg="addSp delSp modSp add mod">
        <pc:chgData name="Fang-Yi Yu" userId="f9586db0-74ee-4635-a01b-2383b74f8a0c" providerId="ADAL" clId="{55E54E6E-39FF-414A-9EBB-D822F5E9201A}" dt="2025-09-10T22:00:56.975" v="1064" actId="20577"/>
        <pc:sldMkLst>
          <pc:docMk/>
          <pc:sldMk cId="79736175" sldId="294"/>
        </pc:sldMkLst>
        <pc:spChg chg="mod">
          <ac:chgData name="Fang-Yi Yu" userId="f9586db0-74ee-4635-a01b-2383b74f8a0c" providerId="ADAL" clId="{55E54E6E-39FF-414A-9EBB-D822F5E9201A}" dt="2025-09-10T21:41:06.692" v="593" actId="20577"/>
          <ac:spMkLst>
            <pc:docMk/>
            <pc:sldMk cId="79736175" sldId="294"/>
            <ac:spMk id="2" creationId="{18600DC2-8A67-4BD1-8A20-782804AC5E6B}"/>
          </ac:spMkLst>
        </pc:spChg>
        <pc:spChg chg="mod">
          <ac:chgData name="Fang-Yi Yu" userId="f9586db0-74ee-4635-a01b-2383b74f8a0c" providerId="ADAL" clId="{55E54E6E-39FF-414A-9EBB-D822F5E9201A}" dt="2025-09-10T21:48:47.714" v="820" actId="6549"/>
          <ac:spMkLst>
            <pc:docMk/>
            <pc:sldMk cId="79736175" sldId="294"/>
            <ac:spMk id="3" creationId="{E69B138C-807A-4072-BFEA-27FA58D19C34}"/>
          </ac:spMkLst>
        </pc:spChg>
        <pc:graphicFrameChg chg="add del">
          <ac:chgData name="Fang-Yi Yu" userId="f9586db0-74ee-4635-a01b-2383b74f8a0c" providerId="ADAL" clId="{55E54E6E-39FF-414A-9EBB-D822F5E9201A}" dt="2025-09-10T21:46:55.734" v="751" actId="21"/>
          <ac:graphicFrameMkLst>
            <pc:docMk/>
            <pc:sldMk cId="79736175" sldId="294"/>
            <ac:graphicFrameMk id="5" creationId="{FA86C9B4-CA68-4743-892F-33906B87C3CF}"/>
          </ac:graphicFrameMkLst>
        </pc:graphicFrameChg>
        <pc:graphicFrameChg chg="add mod modGraphic">
          <ac:chgData name="Fang-Yi Yu" userId="f9586db0-74ee-4635-a01b-2383b74f8a0c" providerId="ADAL" clId="{55E54E6E-39FF-414A-9EBB-D822F5E9201A}" dt="2025-09-10T22:00:56.975" v="1064" actId="20577"/>
          <ac:graphicFrameMkLst>
            <pc:docMk/>
            <pc:sldMk cId="79736175" sldId="294"/>
            <ac:graphicFrameMk id="6" creationId="{B507D8EB-D976-4736-8006-91251854AE30}"/>
          </ac:graphicFrameMkLst>
        </pc:graphicFrameChg>
        <pc:graphicFrameChg chg="add del mod">
          <ac:chgData name="Fang-Yi Yu" userId="f9586db0-74ee-4635-a01b-2383b74f8a0c" providerId="ADAL" clId="{55E54E6E-39FF-414A-9EBB-D822F5E9201A}" dt="2025-09-10T21:47:14.767" v="755"/>
          <ac:graphicFrameMkLst>
            <pc:docMk/>
            <pc:sldMk cId="79736175" sldId="294"/>
            <ac:graphicFrameMk id="7" creationId="{8E97F601-54B0-4D53-935B-1BAA107CDD9E}"/>
          </ac:graphicFrameMkLst>
        </pc:graphicFrameChg>
        <pc:picChg chg="del">
          <ac:chgData name="Fang-Yi Yu" userId="f9586db0-74ee-4635-a01b-2383b74f8a0c" providerId="ADAL" clId="{55E54E6E-39FF-414A-9EBB-D822F5E9201A}" dt="2025-09-10T21:43:21.695" v="654" actId="478"/>
          <ac:picMkLst>
            <pc:docMk/>
            <pc:sldMk cId="79736175" sldId="294"/>
            <ac:picMk id="9" creationId="{CDD6D763-D090-4661-8DFF-7F511B6690C8}"/>
          </ac:picMkLst>
        </pc:picChg>
      </pc:sldChg>
      <pc:sldChg chg="addSp delSp modSp new del mod">
        <pc:chgData name="Fang-Yi Yu" userId="f9586db0-74ee-4635-a01b-2383b74f8a0c" providerId="ADAL" clId="{55E54E6E-39FF-414A-9EBB-D822F5E9201A}" dt="2025-09-10T22:18:03" v="1655" actId="2696"/>
        <pc:sldMkLst>
          <pc:docMk/>
          <pc:sldMk cId="1363511297" sldId="295"/>
        </pc:sldMkLst>
        <pc:spChg chg="mod">
          <ac:chgData name="Fang-Yi Yu" userId="f9586db0-74ee-4635-a01b-2383b74f8a0c" providerId="ADAL" clId="{55E54E6E-39FF-414A-9EBB-D822F5E9201A}" dt="2025-09-10T21:59:01.979" v="1011" actId="27636"/>
          <ac:spMkLst>
            <pc:docMk/>
            <pc:sldMk cId="1363511297" sldId="295"/>
            <ac:spMk id="2" creationId="{BDADFF5A-D9BA-4788-A9C3-B8FD0B6113A6}"/>
          </ac:spMkLst>
        </pc:spChg>
        <pc:spChg chg="del">
          <ac:chgData name="Fang-Yi Yu" userId="f9586db0-74ee-4635-a01b-2383b74f8a0c" providerId="ADAL" clId="{55E54E6E-39FF-414A-9EBB-D822F5E9201A}" dt="2025-09-10T21:58:48.576" v="1005"/>
          <ac:spMkLst>
            <pc:docMk/>
            <pc:sldMk cId="1363511297" sldId="295"/>
            <ac:spMk id="3" creationId="{1585AC8D-B70F-41F0-A8DE-D0479EBDC93C}"/>
          </ac:spMkLst>
        </pc:spChg>
        <pc:picChg chg="add mod">
          <ac:chgData name="Fang-Yi Yu" userId="f9586db0-74ee-4635-a01b-2383b74f8a0c" providerId="ADAL" clId="{55E54E6E-39FF-414A-9EBB-D822F5E9201A}" dt="2025-09-10T21:58:48.576" v="1005"/>
          <ac:picMkLst>
            <pc:docMk/>
            <pc:sldMk cId="1363511297" sldId="295"/>
            <ac:picMk id="6" creationId="{E76BE8BA-AB12-4208-852D-B696B1DD678D}"/>
          </ac:picMkLst>
        </pc:picChg>
        <pc:picChg chg="add del mod">
          <ac:chgData name="Fang-Yi Yu" userId="f9586db0-74ee-4635-a01b-2383b74f8a0c" providerId="ADAL" clId="{55E54E6E-39FF-414A-9EBB-D822F5E9201A}" dt="2025-09-10T21:58:47.490" v="1004" actId="21"/>
          <ac:picMkLst>
            <pc:docMk/>
            <pc:sldMk cId="1363511297" sldId="295"/>
            <ac:picMk id="2050" creationId="{C1EF6F06-0F87-4CED-B2D9-4F3C8F5DA76C}"/>
          </ac:picMkLst>
        </pc:picChg>
      </pc:sldChg>
      <pc:sldChg chg="add del">
        <pc:chgData name="Fang-Yi Yu" userId="f9586db0-74ee-4635-a01b-2383b74f8a0c" providerId="ADAL" clId="{55E54E6E-39FF-414A-9EBB-D822F5E9201A}" dt="2025-09-10T22:18:41.327" v="1665" actId="47"/>
        <pc:sldMkLst>
          <pc:docMk/>
          <pc:sldMk cId="2845039443" sldId="295"/>
        </pc:sldMkLst>
      </pc:sldChg>
      <pc:sldChg chg="modSp new del mod ord">
        <pc:chgData name="Fang-Yi Yu" userId="f9586db0-74ee-4635-a01b-2383b74f8a0c" providerId="ADAL" clId="{55E54E6E-39FF-414A-9EBB-D822F5E9201A}" dt="2025-09-10T22:02:01.048" v="1090" actId="47"/>
        <pc:sldMkLst>
          <pc:docMk/>
          <pc:sldMk cId="1443116768" sldId="296"/>
        </pc:sldMkLst>
        <pc:spChg chg="mod">
          <ac:chgData name="Fang-Yi Yu" userId="f9586db0-74ee-4635-a01b-2383b74f8a0c" providerId="ADAL" clId="{55E54E6E-39FF-414A-9EBB-D822F5E9201A}" dt="2025-09-10T21:59:29.402" v="1016"/>
          <ac:spMkLst>
            <pc:docMk/>
            <pc:sldMk cId="1443116768" sldId="296"/>
            <ac:spMk id="2" creationId="{0A4BF175-0B8F-4D89-9E36-E4820A57B9C9}"/>
          </ac:spMkLst>
        </pc:spChg>
      </pc:sldChg>
      <pc:sldChg chg="addSp delSp modSp new del mod">
        <pc:chgData name="Fang-Yi Yu" userId="f9586db0-74ee-4635-a01b-2383b74f8a0c" providerId="ADAL" clId="{55E54E6E-39FF-414A-9EBB-D822F5E9201A}" dt="2025-09-10T22:10:01.104" v="1478" actId="47"/>
        <pc:sldMkLst>
          <pc:docMk/>
          <pc:sldMk cId="1652849277" sldId="296"/>
        </pc:sldMkLst>
        <pc:spChg chg="mod">
          <ac:chgData name="Fang-Yi Yu" userId="f9586db0-74ee-4635-a01b-2383b74f8a0c" providerId="ADAL" clId="{55E54E6E-39FF-414A-9EBB-D822F5E9201A}" dt="2025-09-10T22:02:30.925" v="1095"/>
          <ac:spMkLst>
            <pc:docMk/>
            <pc:sldMk cId="1652849277" sldId="296"/>
            <ac:spMk id="2" creationId="{B5B25ECC-0F43-44FE-ADC9-19506E3B4EE9}"/>
          </ac:spMkLst>
        </pc:spChg>
        <pc:spChg chg="add del mod">
          <ac:chgData name="Fang-Yi Yu" userId="f9586db0-74ee-4635-a01b-2383b74f8a0c" providerId="ADAL" clId="{55E54E6E-39FF-414A-9EBB-D822F5E9201A}" dt="2025-09-10T22:09:12.922" v="1472" actId="27636"/>
          <ac:spMkLst>
            <pc:docMk/>
            <pc:sldMk cId="1652849277" sldId="296"/>
            <ac:spMk id="3" creationId="{39D527A5-4694-48EB-850E-FC71704FB450}"/>
          </ac:spMkLst>
        </pc:spChg>
        <pc:spChg chg="add del mod">
          <ac:chgData name="Fang-Yi Yu" userId="f9586db0-74ee-4635-a01b-2383b74f8a0c" providerId="ADAL" clId="{55E54E6E-39FF-414A-9EBB-D822F5E9201A}" dt="2025-09-10T22:06:59.878" v="1357"/>
          <ac:spMkLst>
            <pc:docMk/>
            <pc:sldMk cId="1652849277" sldId="296"/>
            <ac:spMk id="5" creationId="{CB65AE55-67C2-4094-B5BD-B956C81FAE17}"/>
          </ac:spMkLst>
        </pc:spChg>
      </pc:sldChg>
      <pc:sldChg chg="modSp new del mod">
        <pc:chgData name="Fang-Yi Yu" userId="f9586db0-74ee-4635-a01b-2383b74f8a0c" providerId="ADAL" clId="{55E54E6E-39FF-414A-9EBB-D822F5E9201A}" dt="2025-09-10T22:06:45.444" v="1355" actId="47"/>
        <pc:sldMkLst>
          <pc:docMk/>
          <pc:sldMk cId="1741173004" sldId="297"/>
        </pc:sldMkLst>
        <pc:spChg chg="mod">
          <ac:chgData name="Fang-Yi Yu" userId="f9586db0-74ee-4635-a01b-2383b74f8a0c" providerId="ADAL" clId="{55E54E6E-39FF-414A-9EBB-D822F5E9201A}" dt="2025-09-10T22:02:39.331" v="1104" actId="20577"/>
          <ac:spMkLst>
            <pc:docMk/>
            <pc:sldMk cId="1741173004" sldId="297"/>
            <ac:spMk id="2" creationId="{D1B9C037-74EE-4E31-B568-89E8A0551CD9}"/>
          </ac:spMkLst>
        </pc:spChg>
      </pc:sldChg>
      <pc:sldChg chg="modSp add mod">
        <pc:chgData name="Fang-Yi Yu" userId="f9586db0-74ee-4635-a01b-2383b74f8a0c" providerId="ADAL" clId="{55E54E6E-39FF-414A-9EBB-D822F5E9201A}" dt="2025-09-10T22:09:54.457" v="1477" actId="14100"/>
        <pc:sldMkLst>
          <pc:docMk/>
          <pc:sldMk cId="3561305741" sldId="298"/>
        </pc:sldMkLst>
        <pc:spChg chg="mod">
          <ac:chgData name="Fang-Yi Yu" userId="f9586db0-74ee-4635-a01b-2383b74f8a0c" providerId="ADAL" clId="{55E54E6E-39FF-414A-9EBB-D822F5E9201A}" dt="2025-09-10T22:04:08.480" v="1213" actId="20577"/>
          <ac:spMkLst>
            <pc:docMk/>
            <pc:sldMk cId="3561305741" sldId="298"/>
            <ac:spMk id="6" creationId="{0A3C47B8-7F01-ADFB-ED70-B2B52DF5FAB5}"/>
          </ac:spMkLst>
        </pc:spChg>
        <pc:spChg chg="mod">
          <ac:chgData name="Fang-Yi Yu" userId="f9586db0-74ee-4635-a01b-2383b74f8a0c" providerId="ADAL" clId="{55E54E6E-39FF-414A-9EBB-D822F5E9201A}" dt="2025-09-10T22:09:54.457" v="1477" actId="14100"/>
          <ac:spMkLst>
            <pc:docMk/>
            <pc:sldMk cId="3561305741" sldId="298"/>
            <ac:spMk id="7" creationId="{520A94A2-5DF7-1AF4-9C11-031A6F7CD47E}"/>
          </ac:spMkLst>
        </pc:spChg>
      </pc:sldChg>
      <pc:sldChg chg="addSp delSp modSp add mod">
        <pc:chgData name="Fang-Yi Yu" userId="f9586db0-74ee-4635-a01b-2383b74f8a0c" providerId="ADAL" clId="{55E54E6E-39FF-414A-9EBB-D822F5E9201A}" dt="2025-09-10T22:14:45.725" v="1588" actId="12"/>
        <pc:sldMkLst>
          <pc:docMk/>
          <pc:sldMk cId="581671348" sldId="299"/>
        </pc:sldMkLst>
        <pc:spChg chg="mod">
          <ac:chgData name="Fang-Yi Yu" userId="f9586db0-74ee-4635-a01b-2383b74f8a0c" providerId="ADAL" clId="{55E54E6E-39FF-414A-9EBB-D822F5E9201A}" dt="2025-09-10T22:14:45.725" v="1588" actId="12"/>
          <ac:spMkLst>
            <pc:docMk/>
            <pc:sldMk cId="581671348" sldId="299"/>
            <ac:spMk id="3" creationId="{6267395C-BCD3-3D66-FAE6-69BD2EF376AE}"/>
          </ac:spMkLst>
        </pc:spChg>
        <pc:spChg chg="add del">
          <ac:chgData name="Fang-Yi Yu" userId="f9586db0-74ee-4635-a01b-2383b74f8a0c" providerId="ADAL" clId="{55E54E6E-39FF-414A-9EBB-D822F5E9201A}" dt="2025-09-10T22:14:07.037" v="1577"/>
          <ac:spMkLst>
            <pc:docMk/>
            <pc:sldMk cId="581671348" sldId="299"/>
            <ac:spMk id="5" creationId="{9D18C92F-CE08-4FAE-8D9B-05D9DEAC4740}"/>
          </ac:spMkLst>
        </pc:spChg>
      </pc:sldChg>
      <pc:sldChg chg="modSp add mod">
        <pc:chgData name="Fang-Yi Yu" userId="f9586db0-74ee-4635-a01b-2383b74f8a0c" providerId="ADAL" clId="{55E54E6E-39FF-414A-9EBB-D822F5E9201A}" dt="2025-09-10T22:15:09.906" v="1597" actId="20577"/>
        <pc:sldMkLst>
          <pc:docMk/>
          <pc:sldMk cId="2072983761" sldId="300"/>
        </pc:sldMkLst>
        <pc:spChg chg="mod">
          <ac:chgData name="Fang-Yi Yu" userId="f9586db0-74ee-4635-a01b-2383b74f8a0c" providerId="ADAL" clId="{55E54E6E-39FF-414A-9EBB-D822F5E9201A}" dt="2025-09-10T22:15:09.906" v="1597" actId="20577"/>
          <ac:spMkLst>
            <pc:docMk/>
            <pc:sldMk cId="2072983761" sldId="300"/>
            <ac:spMk id="3" creationId="{6267395C-BCD3-3D66-FAE6-69BD2EF376AE}"/>
          </ac:spMkLst>
        </pc:spChg>
      </pc:sldChg>
      <pc:sldChg chg="addSp delSp modSp add mod">
        <pc:chgData name="Fang-Yi Yu" userId="f9586db0-74ee-4635-a01b-2383b74f8a0c" providerId="ADAL" clId="{55E54E6E-39FF-414A-9EBB-D822F5E9201A}" dt="2025-09-10T22:15:42.574" v="1601" actId="22"/>
        <pc:sldMkLst>
          <pc:docMk/>
          <pc:sldMk cId="3639681195" sldId="301"/>
        </pc:sldMkLst>
        <pc:spChg chg="mod">
          <ac:chgData name="Fang-Yi Yu" userId="f9586db0-74ee-4635-a01b-2383b74f8a0c" providerId="ADAL" clId="{55E54E6E-39FF-414A-9EBB-D822F5E9201A}" dt="2025-09-10T22:15:25.386" v="1599"/>
          <ac:spMkLst>
            <pc:docMk/>
            <pc:sldMk cId="3639681195" sldId="301"/>
            <ac:spMk id="3" creationId="{6267395C-BCD3-3D66-FAE6-69BD2EF376AE}"/>
          </ac:spMkLst>
        </pc:spChg>
        <pc:spChg chg="add del">
          <ac:chgData name="Fang-Yi Yu" userId="f9586db0-74ee-4635-a01b-2383b74f8a0c" providerId="ADAL" clId="{55E54E6E-39FF-414A-9EBB-D822F5E9201A}" dt="2025-09-10T22:15:42.574" v="1601" actId="22"/>
          <ac:spMkLst>
            <pc:docMk/>
            <pc:sldMk cId="3639681195" sldId="301"/>
            <ac:spMk id="6" creationId="{3916F3DA-FC6F-4645-AB3D-D65BCB4CE60B}"/>
          </ac:spMkLst>
        </pc:spChg>
      </pc:sldChg>
      <pc:sldChg chg="modSp add mod modNotesTx">
        <pc:chgData name="Fang-Yi Yu" userId="f9586db0-74ee-4635-a01b-2383b74f8a0c" providerId="ADAL" clId="{55E54E6E-39FF-414A-9EBB-D822F5E9201A}" dt="2025-09-10T22:16:14.365" v="1604"/>
        <pc:sldMkLst>
          <pc:docMk/>
          <pc:sldMk cId="24881437" sldId="302"/>
        </pc:sldMkLst>
        <pc:spChg chg="mod">
          <ac:chgData name="Fang-Yi Yu" userId="f9586db0-74ee-4635-a01b-2383b74f8a0c" providerId="ADAL" clId="{55E54E6E-39FF-414A-9EBB-D822F5E9201A}" dt="2025-09-10T22:16:00.071" v="1603"/>
          <ac:spMkLst>
            <pc:docMk/>
            <pc:sldMk cId="24881437" sldId="302"/>
            <ac:spMk id="3" creationId="{6267395C-BCD3-3D66-FAE6-69BD2EF376AE}"/>
          </ac:spMkLst>
        </pc:spChg>
      </pc:sldChg>
      <pc:sldChg chg="modSp new mod">
        <pc:chgData name="Fang-Yi Yu" userId="f9586db0-74ee-4635-a01b-2383b74f8a0c" providerId="ADAL" clId="{55E54E6E-39FF-414A-9EBB-D822F5E9201A}" dt="2025-09-10T22:17:35.418" v="1654" actId="15"/>
        <pc:sldMkLst>
          <pc:docMk/>
          <pc:sldMk cId="2027890791" sldId="303"/>
        </pc:sldMkLst>
        <pc:spChg chg="mod">
          <ac:chgData name="Fang-Yi Yu" userId="f9586db0-74ee-4635-a01b-2383b74f8a0c" providerId="ADAL" clId="{55E54E6E-39FF-414A-9EBB-D822F5E9201A}" dt="2025-09-10T22:16:44.271" v="1611" actId="27636"/>
          <ac:spMkLst>
            <pc:docMk/>
            <pc:sldMk cId="2027890791" sldId="303"/>
            <ac:spMk id="2" creationId="{12A47772-5399-49E9-99A8-D5E09A498D23}"/>
          </ac:spMkLst>
        </pc:spChg>
        <pc:spChg chg="mod">
          <ac:chgData name="Fang-Yi Yu" userId="f9586db0-74ee-4635-a01b-2383b74f8a0c" providerId="ADAL" clId="{55E54E6E-39FF-414A-9EBB-D822F5E9201A}" dt="2025-09-10T22:17:35.418" v="1654" actId="15"/>
          <ac:spMkLst>
            <pc:docMk/>
            <pc:sldMk cId="2027890791" sldId="303"/>
            <ac:spMk id="3" creationId="{E9DAA249-1E88-40CE-AEC9-E59982335EBC}"/>
          </ac:spMkLst>
        </pc:spChg>
      </pc:sldChg>
      <pc:sldChg chg="addSp delSp modSp new mod modClrScheme chgLayout">
        <pc:chgData name="Fang-Yi Yu" userId="f9586db0-74ee-4635-a01b-2383b74f8a0c" providerId="ADAL" clId="{55E54E6E-39FF-414A-9EBB-D822F5E9201A}" dt="2025-09-10T22:19:13.115" v="1667" actId="1076"/>
        <pc:sldMkLst>
          <pc:docMk/>
          <pc:sldMk cId="1231638896" sldId="304"/>
        </pc:sldMkLst>
        <pc:spChg chg="del mod ord">
          <ac:chgData name="Fang-Yi Yu" userId="f9586db0-74ee-4635-a01b-2383b74f8a0c" providerId="ADAL" clId="{55E54E6E-39FF-414A-9EBB-D822F5E9201A}" dt="2025-09-10T22:18:19.690" v="1658" actId="700"/>
          <ac:spMkLst>
            <pc:docMk/>
            <pc:sldMk cId="1231638896" sldId="304"/>
            <ac:spMk id="2" creationId="{F4439D1E-4D81-4EBD-9580-203EBDE1AF5D}"/>
          </ac:spMkLst>
        </pc:spChg>
        <pc:spChg chg="del mod ord">
          <ac:chgData name="Fang-Yi Yu" userId="f9586db0-74ee-4635-a01b-2383b74f8a0c" providerId="ADAL" clId="{55E54E6E-39FF-414A-9EBB-D822F5E9201A}" dt="2025-09-10T22:18:19.690" v="1658" actId="700"/>
          <ac:spMkLst>
            <pc:docMk/>
            <pc:sldMk cId="1231638896" sldId="304"/>
            <ac:spMk id="3" creationId="{CDEA8DF5-5B6C-49FD-BD2B-A5527BCE5BE1}"/>
          </ac:spMkLst>
        </pc:spChg>
        <pc:spChg chg="mod ord">
          <ac:chgData name="Fang-Yi Yu" userId="f9586db0-74ee-4635-a01b-2383b74f8a0c" providerId="ADAL" clId="{55E54E6E-39FF-414A-9EBB-D822F5E9201A}" dt="2025-09-10T22:18:19.690" v="1658" actId="700"/>
          <ac:spMkLst>
            <pc:docMk/>
            <pc:sldMk cId="1231638896" sldId="304"/>
            <ac:spMk id="4" creationId="{547BFDF0-DF10-4367-B4F0-773329B4436D}"/>
          </ac:spMkLst>
        </pc:spChg>
        <pc:spChg chg="add mod ord">
          <ac:chgData name="Fang-Yi Yu" userId="f9586db0-74ee-4635-a01b-2383b74f8a0c" providerId="ADAL" clId="{55E54E6E-39FF-414A-9EBB-D822F5E9201A}" dt="2025-09-10T22:18:29.026" v="1661"/>
          <ac:spMkLst>
            <pc:docMk/>
            <pc:sldMk cId="1231638896" sldId="304"/>
            <ac:spMk id="5" creationId="{7AA6EC85-5DC8-4F72-A262-5FC1CC9CB293}"/>
          </ac:spMkLst>
        </pc:spChg>
        <pc:spChg chg="add mod ord">
          <ac:chgData name="Fang-Yi Yu" userId="f9586db0-74ee-4635-a01b-2383b74f8a0c" providerId="ADAL" clId="{55E54E6E-39FF-414A-9EBB-D822F5E9201A}" dt="2025-09-10T22:18:19.690" v="1658" actId="700"/>
          <ac:spMkLst>
            <pc:docMk/>
            <pc:sldMk cId="1231638896" sldId="304"/>
            <ac:spMk id="6" creationId="{FBAA63E6-95C4-465B-B79C-C48204D1B364}"/>
          </ac:spMkLst>
        </pc:spChg>
        <pc:picChg chg="add mod">
          <ac:chgData name="Fang-Yi Yu" userId="f9586db0-74ee-4635-a01b-2383b74f8a0c" providerId="ADAL" clId="{55E54E6E-39FF-414A-9EBB-D822F5E9201A}" dt="2025-09-10T22:19:13.115" v="1667" actId="1076"/>
          <ac:picMkLst>
            <pc:docMk/>
            <pc:sldMk cId="1231638896" sldId="304"/>
            <ac:picMk id="7" creationId="{155EBD8E-E7F1-4FE6-8F29-D54E149CB2D3}"/>
          </ac:picMkLst>
        </pc:picChg>
      </pc:sldChg>
      <pc:sldChg chg="addSp delSp modSp new mod modClrScheme chgLayout modNotesTx">
        <pc:chgData name="Fang-Yi Yu" userId="f9586db0-74ee-4635-a01b-2383b74f8a0c" providerId="ADAL" clId="{55E54E6E-39FF-414A-9EBB-D822F5E9201A}" dt="2025-09-10T22:20:37.333" v="1680" actId="1076"/>
        <pc:sldMkLst>
          <pc:docMk/>
          <pc:sldMk cId="4153501489" sldId="305"/>
        </pc:sldMkLst>
        <pc:spChg chg="del mod ord">
          <ac:chgData name="Fang-Yi Yu" userId="f9586db0-74ee-4635-a01b-2383b74f8a0c" providerId="ADAL" clId="{55E54E6E-39FF-414A-9EBB-D822F5E9201A}" dt="2025-09-10T22:19:30.103" v="1669" actId="700"/>
          <ac:spMkLst>
            <pc:docMk/>
            <pc:sldMk cId="4153501489" sldId="305"/>
            <ac:spMk id="2" creationId="{9DC57296-F467-4165-A38B-2BCFF9B1623B}"/>
          </ac:spMkLst>
        </pc:spChg>
        <pc:spChg chg="del mod ord">
          <ac:chgData name="Fang-Yi Yu" userId="f9586db0-74ee-4635-a01b-2383b74f8a0c" providerId="ADAL" clId="{55E54E6E-39FF-414A-9EBB-D822F5E9201A}" dt="2025-09-10T22:19:30.103" v="1669" actId="700"/>
          <ac:spMkLst>
            <pc:docMk/>
            <pc:sldMk cId="4153501489" sldId="305"/>
            <ac:spMk id="3" creationId="{7E8784D2-086D-4276-A550-437050F1B2D5}"/>
          </ac:spMkLst>
        </pc:spChg>
        <pc:spChg chg="add mod ord">
          <ac:chgData name="Fang-Yi Yu" userId="f9586db0-74ee-4635-a01b-2383b74f8a0c" providerId="ADAL" clId="{55E54E6E-39FF-414A-9EBB-D822F5E9201A}" dt="2025-09-10T22:19:45.941" v="1675"/>
          <ac:spMkLst>
            <pc:docMk/>
            <pc:sldMk cId="4153501489" sldId="305"/>
            <ac:spMk id="4" creationId="{91119D50-815E-47F0-953A-EE2DB912CEE0}"/>
          </ac:spMkLst>
        </pc:spChg>
        <pc:spChg chg="add del mod ord">
          <ac:chgData name="Fang-Yi Yu" userId="f9586db0-74ee-4635-a01b-2383b74f8a0c" providerId="ADAL" clId="{55E54E6E-39FF-414A-9EBB-D822F5E9201A}" dt="2025-09-10T22:19:52.415" v="1676"/>
          <ac:spMkLst>
            <pc:docMk/>
            <pc:sldMk cId="4153501489" sldId="305"/>
            <ac:spMk id="5" creationId="{B7615349-6879-4A8D-A061-493482735EF1}"/>
          </ac:spMkLst>
        </pc:spChg>
        <pc:spChg chg="add mod">
          <ac:chgData name="Fang-Yi Yu" userId="f9586db0-74ee-4635-a01b-2383b74f8a0c" providerId="ADAL" clId="{55E54E6E-39FF-414A-9EBB-D822F5E9201A}" dt="2025-09-10T22:20:37.333" v="1680" actId="1076"/>
          <ac:spMkLst>
            <pc:docMk/>
            <pc:sldMk cId="4153501489" sldId="305"/>
            <ac:spMk id="6" creationId="{751DD7EC-415C-47B7-AB46-4EB70FEB1C06}"/>
          </ac:spMkLst>
        </pc:spChg>
        <pc:picChg chg="add mod">
          <ac:chgData name="Fang-Yi Yu" userId="f9586db0-74ee-4635-a01b-2383b74f8a0c" providerId="ADAL" clId="{55E54E6E-39FF-414A-9EBB-D822F5E9201A}" dt="2025-09-10T22:19:52.415" v="1676"/>
          <ac:picMkLst>
            <pc:docMk/>
            <pc:sldMk cId="4153501489" sldId="305"/>
            <ac:picMk id="8194" creationId="{ECDB9D1D-1186-47F3-B9C7-6A235F155340}"/>
          </ac:picMkLst>
        </pc:picChg>
      </pc:sldChg>
      <pc:sldChg chg="addSp delSp modSp add mod modNotesTx">
        <pc:chgData name="Fang-Yi Yu" userId="f9586db0-74ee-4635-a01b-2383b74f8a0c" providerId="ADAL" clId="{55E54E6E-39FF-414A-9EBB-D822F5E9201A}" dt="2025-09-10T22:21:16.257" v="1690"/>
        <pc:sldMkLst>
          <pc:docMk/>
          <pc:sldMk cId="359232242" sldId="306"/>
        </pc:sldMkLst>
        <pc:spChg chg="add del mod">
          <ac:chgData name="Fang-Yi Yu" userId="f9586db0-74ee-4635-a01b-2383b74f8a0c" providerId="ADAL" clId="{55E54E6E-39FF-414A-9EBB-D822F5E9201A}" dt="2025-09-10T22:21:04.975" v="1689"/>
          <ac:spMkLst>
            <pc:docMk/>
            <pc:sldMk cId="359232242" sldId="306"/>
            <ac:spMk id="2" creationId="{0DC25E80-31ED-4354-A4BA-445382C91479}"/>
          </ac:spMkLst>
        </pc:spChg>
        <pc:spChg chg="mod">
          <ac:chgData name="Fang-Yi Yu" userId="f9586db0-74ee-4635-a01b-2383b74f8a0c" providerId="ADAL" clId="{55E54E6E-39FF-414A-9EBB-D822F5E9201A}" dt="2025-09-10T22:20:55.070" v="1685"/>
          <ac:spMkLst>
            <pc:docMk/>
            <pc:sldMk cId="359232242" sldId="306"/>
            <ac:spMk id="4" creationId="{91119D50-815E-47F0-953A-EE2DB912CEE0}"/>
          </ac:spMkLst>
        </pc:spChg>
        <pc:picChg chg="del">
          <ac:chgData name="Fang-Yi Yu" userId="f9586db0-74ee-4635-a01b-2383b74f8a0c" providerId="ADAL" clId="{55E54E6E-39FF-414A-9EBB-D822F5E9201A}" dt="2025-09-10T22:21:01.961" v="1686" actId="478"/>
          <ac:picMkLst>
            <pc:docMk/>
            <pc:sldMk cId="359232242" sldId="306"/>
            <ac:picMk id="8194" creationId="{ECDB9D1D-1186-47F3-B9C7-6A235F155340}"/>
          </ac:picMkLst>
        </pc:picChg>
        <pc:picChg chg="add del">
          <ac:chgData name="Fang-Yi Yu" userId="f9586db0-74ee-4635-a01b-2383b74f8a0c" providerId="ADAL" clId="{55E54E6E-39FF-414A-9EBB-D822F5E9201A}" dt="2025-09-10T22:21:03.858" v="1688"/>
          <ac:picMkLst>
            <pc:docMk/>
            <pc:sldMk cId="359232242" sldId="306"/>
            <ac:picMk id="14338" creationId="{C8C4A277-2BAC-43C0-A375-74F2234BB467}"/>
          </ac:picMkLst>
        </pc:picChg>
        <pc:picChg chg="add mod">
          <ac:chgData name="Fang-Yi Yu" userId="f9586db0-74ee-4635-a01b-2383b74f8a0c" providerId="ADAL" clId="{55E54E6E-39FF-414A-9EBB-D822F5E9201A}" dt="2025-09-10T22:21:04.975" v="1689"/>
          <ac:picMkLst>
            <pc:docMk/>
            <pc:sldMk cId="359232242" sldId="306"/>
            <ac:picMk id="14340" creationId="{88008A04-DCA3-4B9F-8D16-BD855A7512A8}"/>
          </ac:picMkLst>
        </pc:picChg>
      </pc:sldChg>
      <pc:sldChg chg="addSp delSp modSp new mod ord modNotesTx">
        <pc:chgData name="Fang-Yi Yu" userId="f9586db0-74ee-4635-a01b-2383b74f8a0c" providerId="ADAL" clId="{55E54E6E-39FF-414A-9EBB-D822F5E9201A}" dt="2025-09-10T23:09:18.166" v="1841"/>
        <pc:sldMkLst>
          <pc:docMk/>
          <pc:sldMk cId="4206211938" sldId="307"/>
        </pc:sldMkLst>
        <pc:spChg chg="mod">
          <ac:chgData name="Fang-Yi Yu" userId="f9586db0-74ee-4635-a01b-2383b74f8a0c" providerId="ADAL" clId="{55E54E6E-39FF-414A-9EBB-D822F5E9201A}" dt="2025-09-10T22:21:56.082" v="1695"/>
          <ac:spMkLst>
            <pc:docMk/>
            <pc:sldMk cId="4206211938" sldId="307"/>
            <ac:spMk id="2" creationId="{EF2985C7-597B-4EA9-94AD-3906F473C766}"/>
          </ac:spMkLst>
        </pc:spChg>
        <pc:spChg chg="del">
          <ac:chgData name="Fang-Yi Yu" userId="f9586db0-74ee-4635-a01b-2383b74f8a0c" providerId="ADAL" clId="{55E54E6E-39FF-414A-9EBB-D822F5E9201A}" dt="2025-09-10T22:23:05.525" v="1697"/>
          <ac:spMkLst>
            <pc:docMk/>
            <pc:sldMk cId="4206211938" sldId="307"/>
            <ac:spMk id="3" creationId="{C2146CFD-6760-4A8A-B69D-DB4A8FA9ACD9}"/>
          </ac:spMkLst>
        </pc:spChg>
        <pc:picChg chg="add mod">
          <ac:chgData name="Fang-Yi Yu" userId="f9586db0-74ee-4635-a01b-2383b74f8a0c" providerId="ADAL" clId="{55E54E6E-39FF-414A-9EBB-D822F5E9201A}" dt="2025-09-10T22:23:05.525" v="1697"/>
          <ac:picMkLst>
            <pc:docMk/>
            <pc:sldMk cId="4206211938" sldId="307"/>
            <ac:picMk id="15362" creationId="{D0B37CBA-F402-40E1-954F-7AF607DE245C}"/>
          </ac:picMkLst>
        </pc:picChg>
      </pc:sldChg>
      <pc:sldChg chg="modSp new del mod">
        <pc:chgData name="Fang-Yi Yu" userId="f9586db0-74ee-4635-a01b-2383b74f8a0c" providerId="ADAL" clId="{55E54E6E-39FF-414A-9EBB-D822F5E9201A}" dt="2025-09-10T23:19:04.454" v="2273" actId="47"/>
        <pc:sldMkLst>
          <pc:docMk/>
          <pc:sldMk cId="1128344991" sldId="308"/>
        </pc:sldMkLst>
        <pc:spChg chg="mod">
          <ac:chgData name="Fang-Yi Yu" userId="f9586db0-74ee-4635-a01b-2383b74f8a0c" providerId="ADAL" clId="{55E54E6E-39FF-414A-9EBB-D822F5E9201A}" dt="2025-09-10T22:23:53.930" v="1702"/>
          <ac:spMkLst>
            <pc:docMk/>
            <pc:sldMk cId="1128344991" sldId="308"/>
            <ac:spMk id="2" creationId="{0B3C79A5-829D-4DC9-9F45-65FB67B40CF5}"/>
          </ac:spMkLst>
        </pc:spChg>
        <pc:spChg chg="mod">
          <ac:chgData name="Fang-Yi Yu" userId="f9586db0-74ee-4635-a01b-2383b74f8a0c" providerId="ADAL" clId="{55E54E6E-39FF-414A-9EBB-D822F5E9201A}" dt="2025-09-10T22:29:03.401" v="1736" actId="27636"/>
          <ac:spMkLst>
            <pc:docMk/>
            <pc:sldMk cId="1128344991" sldId="308"/>
            <ac:spMk id="3" creationId="{14EB6B9D-1648-4EAB-B0DC-49E36824964F}"/>
          </ac:spMkLst>
        </pc:spChg>
      </pc:sldChg>
      <pc:sldChg chg="addSp delSp modSp new mod modClrScheme chgLayout">
        <pc:chgData name="Fang-Yi Yu" userId="f9586db0-74ee-4635-a01b-2383b74f8a0c" providerId="ADAL" clId="{55E54E6E-39FF-414A-9EBB-D822F5E9201A}" dt="2025-09-10T23:05:15.634" v="1793" actId="20577"/>
        <pc:sldMkLst>
          <pc:docMk/>
          <pc:sldMk cId="333121884" sldId="309"/>
        </pc:sldMkLst>
        <pc:spChg chg="del mod ord">
          <ac:chgData name="Fang-Yi Yu" userId="f9586db0-74ee-4635-a01b-2383b74f8a0c" providerId="ADAL" clId="{55E54E6E-39FF-414A-9EBB-D822F5E9201A}" dt="2025-09-10T23:05:00.122" v="1772" actId="700"/>
          <ac:spMkLst>
            <pc:docMk/>
            <pc:sldMk cId="333121884" sldId="309"/>
            <ac:spMk id="2" creationId="{23D77F67-86E9-4646-8362-2FEB62EF2D84}"/>
          </ac:spMkLst>
        </pc:spChg>
        <pc:spChg chg="add del mod ord">
          <ac:chgData name="Fang-Yi Yu" userId="f9586db0-74ee-4635-a01b-2383b74f8a0c" providerId="ADAL" clId="{55E54E6E-39FF-414A-9EBB-D822F5E9201A}" dt="2025-09-10T23:05:00.122" v="1772" actId="700"/>
          <ac:spMkLst>
            <pc:docMk/>
            <pc:sldMk cId="333121884" sldId="309"/>
            <ac:spMk id="3" creationId="{7790ABFC-DFDD-46B1-A5CC-549A13E4DE8A}"/>
          </ac:spMkLst>
        </pc:spChg>
        <pc:spChg chg="mod ord">
          <ac:chgData name="Fang-Yi Yu" userId="f9586db0-74ee-4635-a01b-2383b74f8a0c" providerId="ADAL" clId="{55E54E6E-39FF-414A-9EBB-D822F5E9201A}" dt="2025-09-10T23:05:00.122" v="1772" actId="700"/>
          <ac:spMkLst>
            <pc:docMk/>
            <pc:sldMk cId="333121884" sldId="309"/>
            <ac:spMk id="4" creationId="{B54F3092-4952-4353-8E1D-8D901A2764D3}"/>
          </ac:spMkLst>
        </pc:spChg>
        <pc:spChg chg="add del mod">
          <ac:chgData name="Fang-Yi Yu" userId="f9586db0-74ee-4635-a01b-2383b74f8a0c" providerId="ADAL" clId="{55E54E6E-39FF-414A-9EBB-D822F5E9201A}" dt="2025-09-10T23:03:59.795" v="1739"/>
          <ac:spMkLst>
            <pc:docMk/>
            <pc:sldMk cId="333121884" sldId="309"/>
            <ac:spMk id="5" creationId="{07B3F8BE-88EE-4376-B7F3-F98CFBAC7A3D}"/>
          </ac:spMkLst>
        </pc:spChg>
        <pc:spChg chg="add mod ord">
          <ac:chgData name="Fang-Yi Yu" userId="f9586db0-74ee-4635-a01b-2383b74f8a0c" providerId="ADAL" clId="{55E54E6E-39FF-414A-9EBB-D822F5E9201A}" dt="2025-09-10T23:05:15.634" v="1793" actId="20577"/>
          <ac:spMkLst>
            <pc:docMk/>
            <pc:sldMk cId="333121884" sldId="309"/>
            <ac:spMk id="6" creationId="{B8ED30B9-38E5-4832-B5F8-6BB07DA31D63}"/>
          </ac:spMkLst>
        </pc:spChg>
        <pc:spChg chg="add del mod ord">
          <ac:chgData name="Fang-Yi Yu" userId="f9586db0-74ee-4635-a01b-2383b74f8a0c" providerId="ADAL" clId="{55E54E6E-39FF-414A-9EBB-D822F5E9201A}" dt="2025-09-10T23:05:02.455" v="1774"/>
          <ac:spMkLst>
            <pc:docMk/>
            <pc:sldMk cId="333121884" sldId="309"/>
            <ac:spMk id="7" creationId="{2B8CEB73-94EE-4F0F-ABC0-68110A0D87DE}"/>
          </ac:spMkLst>
        </pc:spChg>
        <pc:picChg chg="add mod">
          <ac:chgData name="Fang-Yi Yu" userId="f9586db0-74ee-4635-a01b-2383b74f8a0c" providerId="ADAL" clId="{55E54E6E-39FF-414A-9EBB-D822F5E9201A}" dt="2025-09-10T23:05:02.455" v="1774"/>
          <ac:picMkLst>
            <pc:docMk/>
            <pc:sldMk cId="333121884" sldId="309"/>
            <ac:picMk id="9" creationId="{5185F9A8-B3D2-4FEF-B3FE-757C4E1D86FA}"/>
          </ac:picMkLst>
        </pc:picChg>
        <pc:picChg chg="add del mod">
          <ac:chgData name="Fang-Yi Yu" userId="f9586db0-74ee-4635-a01b-2383b74f8a0c" providerId="ADAL" clId="{55E54E6E-39FF-414A-9EBB-D822F5E9201A}" dt="2025-09-10T23:05:01.593" v="1773" actId="21"/>
          <ac:picMkLst>
            <pc:docMk/>
            <pc:sldMk cId="333121884" sldId="309"/>
            <ac:picMk id="16387" creationId="{5D55C85F-B68F-4D22-9066-2D536F73CB12}"/>
          </ac:picMkLst>
        </pc:picChg>
      </pc:sldChg>
      <pc:sldChg chg="addSp delSp modSp add">
        <pc:chgData name="Fang-Yi Yu" userId="f9586db0-74ee-4635-a01b-2383b74f8a0c" providerId="ADAL" clId="{55E54E6E-39FF-414A-9EBB-D822F5E9201A}" dt="2025-09-10T23:05:40.171" v="1798" actId="478"/>
        <pc:sldMkLst>
          <pc:docMk/>
          <pc:sldMk cId="1621739975" sldId="310"/>
        </pc:sldMkLst>
        <pc:spChg chg="add del mod">
          <ac:chgData name="Fang-Yi Yu" userId="f9586db0-74ee-4635-a01b-2383b74f8a0c" providerId="ADAL" clId="{55E54E6E-39FF-414A-9EBB-D822F5E9201A}" dt="2025-09-10T23:05:25.679" v="1796"/>
          <ac:spMkLst>
            <pc:docMk/>
            <pc:sldMk cId="1621739975" sldId="310"/>
            <ac:spMk id="2" creationId="{723860C5-F12A-4222-AC48-94668DF95B05}"/>
          </ac:spMkLst>
        </pc:spChg>
        <pc:picChg chg="add del mod">
          <ac:chgData name="Fang-Yi Yu" userId="f9586db0-74ee-4635-a01b-2383b74f8a0c" providerId="ADAL" clId="{55E54E6E-39FF-414A-9EBB-D822F5E9201A}" dt="2025-09-10T23:05:40.171" v="1798" actId="478"/>
          <ac:picMkLst>
            <pc:docMk/>
            <pc:sldMk cId="1621739975" sldId="310"/>
            <ac:picMk id="8" creationId="{05948640-A2D0-4026-B250-C8F671EB9BB7}"/>
          </ac:picMkLst>
        </pc:picChg>
        <pc:picChg chg="del">
          <ac:chgData name="Fang-Yi Yu" userId="f9586db0-74ee-4635-a01b-2383b74f8a0c" providerId="ADAL" clId="{55E54E6E-39FF-414A-9EBB-D822F5E9201A}" dt="2025-09-10T23:05:24.205" v="1795" actId="478"/>
          <ac:picMkLst>
            <pc:docMk/>
            <pc:sldMk cId="1621739975" sldId="310"/>
            <ac:picMk id="9" creationId="{5185F9A8-B3D2-4FEF-B3FE-757C4E1D86FA}"/>
          </ac:picMkLst>
        </pc:picChg>
        <pc:picChg chg="add mod">
          <ac:chgData name="Fang-Yi Yu" userId="f9586db0-74ee-4635-a01b-2383b74f8a0c" providerId="ADAL" clId="{55E54E6E-39FF-414A-9EBB-D822F5E9201A}" dt="2025-09-10T23:05:25.679" v="1796"/>
          <ac:picMkLst>
            <pc:docMk/>
            <pc:sldMk cId="1621739975" sldId="310"/>
            <ac:picMk id="17410" creationId="{92C82876-61FC-46E2-A17B-8DE4EBE8F108}"/>
          </ac:picMkLst>
        </pc:picChg>
      </pc:sldChg>
      <pc:sldChg chg="addSp delSp modSp add">
        <pc:chgData name="Fang-Yi Yu" userId="f9586db0-74ee-4635-a01b-2383b74f8a0c" providerId="ADAL" clId="{55E54E6E-39FF-414A-9EBB-D822F5E9201A}" dt="2025-09-10T23:05:51.862" v="1803"/>
        <pc:sldMkLst>
          <pc:docMk/>
          <pc:sldMk cId="1769867368" sldId="311"/>
        </pc:sldMkLst>
        <pc:spChg chg="add del mod">
          <ac:chgData name="Fang-Yi Yu" userId="f9586db0-74ee-4635-a01b-2383b74f8a0c" providerId="ADAL" clId="{55E54E6E-39FF-414A-9EBB-D822F5E9201A}" dt="2025-09-10T23:05:51.862" v="1803"/>
          <ac:spMkLst>
            <pc:docMk/>
            <pc:sldMk cId="1769867368" sldId="311"/>
            <ac:spMk id="2" creationId="{D6C92726-7E01-454A-B17B-B30229C6A9DD}"/>
          </ac:spMkLst>
        </pc:spChg>
        <pc:picChg chg="del">
          <ac:chgData name="Fang-Yi Yu" userId="f9586db0-74ee-4635-a01b-2383b74f8a0c" providerId="ADAL" clId="{55E54E6E-39FF-414A-9EBB-D822F5E9201A}" dt="2025-09-10T23:05:47.656" v="1800" actId="478"/>
          <ac:picMkLst>
            <pc:docMk/>
            <pc:sldMk cId="1769867368" sldId="311"/>
            <ac:picMk id="17410" creationId="{92C82876-61FC-46E2-A17B-8DE4EBE8F108}"/>
          </ac:picMkLst>
        </pc:picChg>
        <pc:picChg chg="add del">
          <ac:chgData name="Fang-Yi Yu" userId="f9586db0-74ee-4635-a01b-2383b74f8a0c" providerId="ADAL" clId="{55E54E6E-39FF-414A-9EBB-D822F5E9201A}" dt="2025-09-10T23:05:50.478" v="1802"/>
          <ac:picMkLst>
            <pc:docMk/>
            <pc:sldMk cId="1769867368" sldId="311"/>
            <ac:picMk id="18434" creationId="{9B794994-5161-4895-9A05-BBE6A2FB2082}"/>
          </ac:picMkLst>
        </pc:picChg>
        <pc:picChg chg="add mod">
          <ac:chgData name="Fang-Yi Yu" userId="f9586db0-74ee-4635-a01b-2383b74f8a0c" providerId="ADAL" clId="{55E54E6E-39FF-414A-9EBB-D822F5E9201A}" dt="2025-09-10T23:05:51.862" v="1803"/>
          <ac:picMkLst>
            <pc:docMk/>
            <pc:sldMk cId="1769867368" sldId="311"/>
            <ac:picMk id="18436" creationId="{F70A7318-2764-4756-ADE5-FEEC75DEFBF6}"/>
          </ac:picMkLst>
        </pc:picChg>
      </pc:sldChg>
      <pc:sldChg chg="addSp delSp modSp add mod">
        <pc:chgData name="Fang-Yi Yu" userId="f9586db0-74ee-4635-a01b-2383b74f8a0c" providerId="ADAL" clId="{55E54E6E-39FF-414A-9EBB-D822F5E9201A}" dt="2025-09-10T23:08:24.684" v="1829"/>
        <pc:sldMkLst>
          <pc:docMk/>
          <pc:sldMk cId="4232643144" sldId="312"/>
        </pc:sldMkLst>
        <pc:spChg chg="mod">
          <ac:chgData name="Fang-Yi Yu" userId="f9586db0-74ee-4635-a01b-2383b74f8a0c" providerId="ADAL" clId="{55E54E6E-39FF-414A-9EBB-D822F5E9201A}" dt="2025-09-10T23:06:30.838" v="1817" actId="20577"/>
          <ac:spMkLst>
            <pc:docMk/>
            <pc:sldMk cId="4232643144" sldId="312"/>
            <ac:spMk id="3" creationId="{7790ABFC-DFDD-46B1-A5CC-549A13E4DE8A}"/>
          </ac:spMkLst>
        </pc:spChg>
        <pc:spChg chg="add del mod">
          <ac:chgData name="Fang-Yi Yu" userId="f9586db0-74ee-4635-a01b-2383b74f8a0c" providerId="ADAL" clId="{55E54E6E-39FF-414A-9EBB-D822F5E9201A}" dt="2025-09-10T23:08:24.684" v="1829"/>
          <ac:spMkLst>
            <pc:docMk/>
            <pc:sldMk cId="4232643144" sldId="312"/>
            <ac:spMk id="5" creationId="{7B46BDCC-D7C3-4EC0-B16E-E02200D9D88D}"/>
          </ac:spMkLst>
        </pc:spChg>
        <pc:spChg chg="add del">
          <ac:chgData name="Fang-Yi Yu" userId="f9586db0-74ee-4635-a01b-2383b74f8a0c" providerId="ADAL" clId="{55E54E6E-39FF-414A-9EBB-D822F5E9201A}" dt="2025-09-10T23:06:55.297" v="1819" actId="22"/>
          <ac:spMkLst>
            <pc:docMk/>
            <pc:sldMk cId="4232643144" sldId="312"/>
            <ac:spMk id="7" creationId="{BD41A86E-48C6-4F3F-B341-C09E76910BE2}"/>
          </ac:spMkLst>
        </pc:spChg>
        <pc:picChg chg="del">
          <ac:chgData name="Fang-Yi Yu" userId="f9586db0-74ee-4635-a01b-2383b74f8a0c" providerId="ADAL" clId="{55E54E6E-39FF-414A-9EBB-D822F5E9201A}" dt="2025-09-10T23:08:23.467" v="1828" actId="478"/>
          <ac:picMkLst>
            <pc:docMk/>
            <pc:sldMk cId="4232643144" sldId="312"/>
            <ac:picMk id="18436" creationId="{F70A7318-2764-4756-ADE5-FEEC75DEFBF6}"/>
          </ac:picMkLst>
        </pc:picChg>
        <pc:picChg chg="add mod">
          <ac:chgData name="Fang-Yi Yu" userId="f9586db0-74ee-4635-a01b-2383b74f8a0c" providerId="ADAL" clId="{55E54E6E-39FF-414A-9EBB-D822F5E9201A}" dt="2025-09-10T23:08:24.684" v="1829"/>
          <ac:picMkLst>
            <pc:docMk/>
            <pc:sldMk cId="4232643144" sldId="312"/>
            <ac:picMk id="20482" creationId="{E5C6A444-2B5C-4C5F-AA85-FD4525D501E5}"/>
          </ac:picMkLst>
        </pc:picChg>
      </pc:sldChg>
      <pc:sldChg chg="addSp delSp modSp add mod">
        <pc:chgData name="Fang-Yi Yu" userId="f9586db0-74ee-4635-a01b-2383b74f8a0c" providerId="ADAL" clId="{55E54E6E-39FF-414A-9EBB-D822F5E9201A}" dt="2025-09-10T23:07:14.681" v="1824"/>
        <pc:sldMkLst>
          <pc:docMk/>
          <pc:sldMk cId="4001170328" sldId="313"/>
        </pc:sldMkLst>
        <pc:spChg chg="add del mod">
          <ac:chgData name="Fang-Yi Yu" userId="f9586db0-74ee-4635-a01b-2383b74f8a0c" providerId="ADAL" clId="{55E54E6E-39FF-414A-9EBB-D822F5E9201A}" dt="2025-09-10T23:07:14.681" v="1824"/>
          <ac:spMkLst>
            <pc:docMk/>
            <pc:sldMk cId="4001170328" sldId="313"/>
            <ac:spMk id="2" creationId="{E1F97A3C-6E40-44ED-A803-2927207372E5}"/>
          </ac:spMkLst>
        </pc:spChg>
        <pc:spChg chg="mod">
          <ac:chgData name="Fang-Yi Yu" userId="f9586db0-74ee-4635-a01b-2383b74f8a0c" providerId="ADAL" clId="{55E54E6E-39FF-414A-9EBB-D822F5E9201A}" dt="2025-09-10T23:07:06.225" v="1822" actId="20577"/>
          <ac:spMkLst>
            <pc:docMk/>
            <pc:sldMk cId="4001170328" sldId="313"/>
            <ac:spMk id="3" creationId="{7790ABFC-DFDD-46B1-A5CC-549A13E4DE8A}"/>
          </ac:spMkLst>
        </pc:spChg>
        <pc:spChg chg="mod">
          <ac:chgData name="Fang-Yi Yu" userId="f9586db0-74ee-4635-a01b-2383b74f8a0c" providerId="ADAL" clId="{55E54E6E-39FF-414A-9EBB-D822F5E9201A}" dt="2025-09-10T23:07:02.826" v="1821" actId="20577"/>
          <ac:spMkLst>
            <pc:docMk/>
            <pc:sldMk cId="4001170328" sldId="313"/>
            <ac:spMk id="6" creationId="{B8ED30B9-38E5-4832-B5F8-6BB07DA31D63}"/>
          </ac:spMkLst>
        </pc:spChg>
        <pc:picChg chg="del">
          <ac:chgData name="Fang-Yi Yu" userId="f9586db0-74ee-4635-a01b-2383b74f8a0c" providerId="ADAL" clId="{55E54E6E-39FF-414A-9EBB-D822F5E9201A}" dt="2025-09-10T23:07:13.483" v="1823" actId="478"/>
          <ac:picMkLst>
            <pc:docMk/>
            <pc:sldMk cId="4001170328" sldId="313"/>
            <ac:picMk id="9" creationId="{5185F9A8-B3D2-4FEF-B3FE-757C4E1D86FA}"/>
          </ac:picMkLst>
        </pc:picChg>
        <pc:picChg chg="add mod">
          <ac:chgData name="Fang-Yi Yu" userId="f9586db0-74ee-4635-a01b-2383b74f8a0c" providerId="ADAL" clId="{55E54E6E-39FF-414A-9EBB-D822F5E9201A}" dt="2025-09-10T23:07:14.681" v="1824"/>
          <ac:picMkLst>
            <pc:docMk/>
            <pc:sldMk cId="4001170328" sldId="313"/>
            <ac:picMk id="19458" creationId="{FB94FF71-D446-4422-AC90-E7E8FE693A73}"/>
          </ac:picMkLst>
        </pc:picChg>
      </pc:sldChg>
      <pc:sldChg chg="addSp delSp modSp add">
        <pc:chgData name="Fang-Yi Yu" userId="f9586db0-74ee-4635-a01b-2383b74f8a0c" providerId="ADAL" clId="{55E54E6E-39FF-414A-9EBB-D822F5E9201A}" dt="2025-09-10T23:07:34.067" v="1827"/>
        <pc:sldMkLst>
          <pc:docMk/>
          <pc:sldMk cId="2060631304" sldId="314"/>
        </pc:sldMkLst>
        <pc:spChg chg="add del mod">
          <ac:chgData name="Fang-Yi Yu" userId="f9586db0-74ee-4635-a01b-2383b74f8a0c" providerId="ADAL" clId="{55E54E6E-39FF-414A-9EBB-D822F5E9201A}" dt="2025-09-10T23:07:34.067" v="1827"/>
          <ac:spMkLst>
            <pc:docMk/>
            <pc:sldMk cId="2060631304" sldId="314"/>
            <ac:spMk id="2" creationId="{195042D1-A027-480A-B704-2DD8D9E6F906}"/>
          </ac:spMkLst>
        </pc:spChg>
        <pc:picChg chg="del">
          <ac:chgData name="Fang-Yi Yu" userId="f9586db0-74ee-4635-a01b-2383b74f8a0c" providerId="ADAL" clId="{55E54E6E-39FF-414A-9EBB-D822F5E9201A}" dt="2025-09-10T23:07:32.656" v="1826" actId="478"/>
          <ac:picMkLst>
            <pc:docMk/>
            <pc:sldMk cId="2060631304" sldId="314"/>
            <ac:picMk id="19458" creationId="{FB94FF71-D446-4422-AC90-E7E8FE693A73}"/>
          </ac:picMkLst>
        </pc:picChg>
        <pc:picChg chg="add mod">
          <ac:chgData name="Fang-Yi Yu" userId="f9586db0-74ee-4635-a01b-2383b74f8a0c" providerId="ADAL" clId="{55E54E6E-39FF-414A-9EBB-D822F5E9201A}" dt="2025-09-10T23:07:34.067" v="1827"/>
          <ac:picMkLst>
            <pc:docMk/>
            <pc:sldMk cId="2060631304" sldId="314"/>
            <ac:picMk id="21506" creationId="{DC303582-E92A-42B9-8BFA-20C6CE8512EC}"/>
          </ac:picMkLst>
        </pc:picChg>
      </pc:sldChg>
      <pc:sldChg chg="addSp delSp modSp add">
        <pc:chgData name="Fang-Yi Yu" userId="f9586db0-74ee-4635-a01b-2383b74f8a0c" providerId="ADAL" clId="{55E54E6E-39FF-414A-9EBB-D822F5E9201A}" dt="2025-09-10T23:08:55.715" v="1832"/>
        <pc:sldMkLst>
          <pc:docMk/>
          <pc:sldMk cId="1441874273" sldId="315"/>
        </pc:sldMkLst>
        <pc:spChg chg="add del mod">
          <ac:chgData name="Fang-Yi Yu" userId="f9586db0-74ee-4635-a01b-2383b74f8a0c" providerId="ADAL" clId="{55E54E6E-39FF-414A-9EBB-D822F5E9201A}" dt="2025-09-10T23:08:55.715" v="1832"/>
          <ac:spMkLst>
            <pc:docMk/>
            <pc:sldMk cId="1441874273" sldId="315"/>
            <ac:spMk id="2" creationId="{D68E4D70-5C20-4AFE-BD1F-0421EBACF37D}"/>
          </ac:spMkLst>
        </pc:spChg>
        <pc:picChg chg="del">
          <ac:chgData name="Fang-Yi Yu" userId="f9586db0-74ee-4635-a01b-2383b74f8a0c" providerId="ADAL" clId="{55E54E6E-39FF-414A-9EBB-D822F5E9201A}" dt="2025-09-10T23:08:54.517" v="1831" actId="478"/>
          <ac:picMkLst>
            <pc:docMk/>
            <pc:sldMk cId="1441874273" sldId="315"/>
            <ac:picMk id="21506" creationId="{DC303582-E92A-42B9-8BFA-20C6CE8512EC}"/>
          </ac:picMkLst>
        </pc:picChg>
        <pc:picChg chg="add mod">
          <ac:chgData name="Fang-Yi Yu" userId="f9586db0-74ee-4635-a01b-2383b74f8a0c" providerId="ADAL" clId="{55E54E6E-39FF-414A-9EBB-D822F5E9201A}" dt="2025-09-10T23:08:55.715" v="1832"/>
          <ac:picMkLst>
            <pc:docMk/>
            <pc:sldMk cId="1441874273" sldId="315"/>
            <ac:picMk id="22530" creationId="{849A7AEA-83C4-42AA-9BDD-E40F460AB7A5}"/>
          </ac:picMkLst>
        </pc:picChg>
      </pc:sldChg>
      <pc:sldChg chg="addSp delSp modSp new mod modClrScheme chgLayout">
        <pc:chgData name="Fang-Yi Yu" userId="f9586db0-74ee-4635-a01b-2383b74f8a0c" providerId="ADAL" clId="{55E54E6E-39FF-414A-9EBB-D822F5E9201A}" dt="2025-09-10T23:09:28.131" v="1842"/>
        <pc:sldMkLst>
          <pc:docMk/>
          <pc:sldMk cId="2533528044" sldId="316"/>
        </pc:sldMkLst>
        <pc:spChg chg="mod ord">
          <ac:chgData name="Fang-Yi Yu" userId="f9586db0-74ee-4635-a01b-2383b74f8a0c" providerId="ADAL" clId="{55E54E6E-39FF-414A-9EBB-D822F5E9201A}" dt="2025-09-10T23:09:11.599" v="1839" actId="700"/>
          <ac:spMkLst>
            <pc:docMk/>
            <pc:sldMk cId="2533528044" sldId="316"/>
            <ac:spMk id="2" creationId="{8B07E464-4BFF-47A2-BF68-5B33D2A5E817}"/>
          </ac:spMkLst>
        </pc:spChg>
        <pc:spChg chg="del mod ord">
          <ac:chgData name="Fang-Yi Yu" userId="f9586db0-74ee-4635-a01b-2383b74f8a0c" providerId="ADAL" clId="{55E54E6E-39FF-414A-9EBB-D822F5E9201A}" dt="2025-09-10T23:09:11.599" v="1839" actId="700"/>
          <ac:spMkLst>
            <pc:docMk/>
            <pc:sldMk cId="2533528044" sldId="316"/>
            <ac:spMk id="3" creationId="{6A145CB8-F644-41F1-8148-CEC1FA37CFDA}"/>
          </ac:spMkLst>
        </pc:spChg>
        <pc:spChg chg="del">
          <ac:chgData name="Fang-Yi Yu" userId="f9586db0-74ee-4635-a01b-2383b74f8a0c" providerId="ADAL" clId="{55E54E6E-39FF-414A-9EBB-D822F5E9201A}" dt="2025-09-10T23:09:11.599" v="1839" actId="700"/>
          <ac:spMkLst>
            <pc:docMk/>
            <pc:sldMk cId="2533528044" sldId="316"/>
            <ac:spMk id="4" creationId="{C36DDE84-C157-441D-9F98-810F8B3D9D75}"/>
          </ac:spMkLst>
        </pc:spChg>
        <pc:spChg chg="mod ord">
          <ac:chgData name="Fang-Yi Yu" userId="f9586db0-74ee-4635-a01b-2383b74f8a0c" providerId="ADAL" clId="{55E54E6E-39FF-414A-9EBB-D822F5E9201A}" dt="2025-09-10T23:09:11.599" v="1839" actId="700"/>
          <ac:spMkLst>
            <pc:docMk/>
            <pc:sldMk cId="2533528044" sldId="316"/>
            <ac:spMk id="5" creationId="{3402062D-8EAE-4856-92F3-99070CEEDAC6}"/>
          </ac:spMkLst>
        </pc:spChg>
        <pc:spChg chg="add del mod ord">
          <ac:chgData name="Fang-Yi Yu" userId="f9586db0-74ee-4635-a01b-2383b74f8a0c" providerId="ADAL" clId="{55E54E6E-39FF-414A-9EBB-D822F5E9201A}" dt="2025-09-10T23:09:28.131" v="1842"/>
          <ac:spMkLst>
            <pc:docMk/>
            <pc:sldMk cId="2533528044" sldId="316"/>
            <ac:spMk id="6" creationId="{0A0502EF-D345-41FA-A2BB-354345EFCC4C}"/>
          </ac:spMkLst>
        </pc:spChg>
        <pc:picChg chg="add mod">
          <ac:chgData name="Fang-Yi Yu" userId="f9586db0-74ee-4635-a01b-2383b74f8a0c" providerId="ADAL" clId="{55E54E6E-39FF-414A-9EBB-D822F5E9201A}" dt="2025-09-10T23:09:28.131" v="1842"/>
          <ac:picMkLst>
            <pc:docMk/>
            <pc:sldMk cId="2533528044" sldId="316"/>
            <ac:picMk id="23554" creationId="{95DC8498-00C6-4726-B97B-FE73205C99D5}"/>
          </ac:picMkLst>
        </pc:picChg>
      </pc:sldChg>
      <pc:sldChg chg="addSp delSp modSp new mod ord">
        <pc:chgData name="Fang-Yi Yu" userId="f9586db0-74ee-4635-a01b-2383b74f8a0c" providerId="ADAL" clId="{55E54E6E-39FF-414A-9EBB-D822F5E9201A}" dt="2025-09-10T23:14:59.293" v="1987"/>
        <pc:sldMkLst>
          <pc:docMk/>
          <pc:sldMk cId="2668512652" sldId="317"/>
        </pc:sldMkLst>
        <pc:spChg chg="mod">
          <ac:chgData name="Fang-Yi Yu" userId="f9586db0-74ee-4635-a01b-2383b74f8a0c" providerId="ADAL" clId="{55E54E6E-39FF-414A-9EBB-D822F5E9201A}" dt="2025-09-10T23:10:11.034" v="1849"/>
          <ac:spMkLst>
            <pc:docMk/>
            <pc:sldMk cId="2668512652" sldId="317"/>
            <ac:spMk id="2" creationId="{1D0DA52F-2CB0-4D12-9521-43C62D9F6856}"/>
          </ac:spMkLst>
        </pc:spChg>
        <pc:spChg chg="add del mod">
          <ac:chgData name="Fang-Yi Yu" userId="f9586db0-74ee-4635-a01b-2383b74f8a0c" providerId="ADAL" clId="{55E54E6E-39FF-414A-9EBB-D822F5E9201A}" dt="2025-09-10T23:14:46.875" v="1985" actId="6549"/>
          <ac:spMkLst>
            <pc:docMk/>
            <pc:sldMk cId="2668512652" sldId="317"/>
            <ac:spMk id="3" creationId="{0A7E4946-DF2B-44E2-9FD3-954E542E22F8}"/>
          </ac:spMkLst>
        </pc:spChg>
        <pc:spChg chg="add del mod">
          <ac:chgData name="Fang-Yi Yu" userId="f9586db0-74ee-4635-a01b-2383b74f8a0c" providerId="ADAL" clId="{55E54E6E-39FF-414A-9EBB-D822F5E9201A}" dt="2025-09-10T23:10:06.783" v="1845"/>
          <ac:spMkLst>
            <pc:docMk/>
            <pc:sldMk cId="2668512652" sldId="317"/>
            <ac:spMk id="5" creationId="{126FDFCF-8EC6-465E-B276-0E8F93072083}"/>
          </ac:spMkLst>
        </pc:spChg>
      </pc:sldChg>
      <pc:sldChg chg="modSp new mod">
        <pc:chgData name="Fang-Yi Yu" userId="f9586db0-74ee-4635-a01b-2383b74f8a0c" providerId="ADAL" clId="{55E54E6E-39FF-414A-9EBB-D822F5E9201A}" dt="2025-09-10T23:18:34.603" v="2272" actId="20577"/>
        <pc:sldMkLst>
          <pc:docMk/>
          <pc:sldMk cId="3497410602" sldId="318"/>
        </pc:sldMkLst>
        <pc:spChg chg="mod">
          <ac:chgData name="Fang-Yi Yu" userId="f9586db0-74ee-4635-a01b-2383b74f8a0c" providerId="ADAL" clId="{55E54E6E-39FF-414A-9EBB-D822F5E9201A}" dt="2025-09-10T23:18:11.731" v="2264" actId="20577"/>
          <ac:spMkLst>
            <pc:docMk/>
            <pc:sldMk cId="3497410602" sldId="318"/>
            <ac:spMk id="2" creationId="{56A13B07-FA29-43B2-B639-43BE3493754B}"/>
          </ac:spMkLst>
        </pc:spChg>
        <pc:spChg chg="mod">
          <ac:chgData name="Fang-Yi Yu" userId="f9586db0-74ee-4635-a01b-2383b74f8a0c" providerId="ADAL" clId="{55E54E6E-39FF-414A-9EBB-D822F5E9201A}" dt="2025-09-10T23:18:34.603" v="2272" actId="20577"/>
          <ac:spMkLst>
            <pc:docMk/>
            <pc:sldMk cId="3497410602" sldId="318"/>
            <ac:spMk id="3" creationId="{7A8C90FE-4405-42E1-A8FA-022508C4942B}"/>
          </ac:spMkLst>
        </pc:spChg>
      </pc:sldChg>
      <pc:sldChg chg="modSp new mod">
        <pc:chgData name="Fang-Yi Yu" userId="f9586db0-74ee-4635-a01b-2383b74f8a0c" providerId="ADAL" clId="{55E54E6E-39FF-414A-9EBB-D822F5E9201A}" dt="2025-09-10T23:19:37.642" v="2287" actId="20577"/>
        <pc:sldMkLst>
          <pc:docMk/>
          <pc:sldMk cId="1238262202" sldId="319"/>
        </pc:sldMkLst>
        <pc:spChg chg="mod">
          <ac:chgData name="Fang-Yi Yu" userId="f9586db0-74ee-4635-a01b-2383b74f8a0c" providerId="ADAL" clId="{55E54E6E-39FF-414A-9EBB-D822F5E9201A}" dt="2025-09-10T23:19:26.892" v="2284" actId="20577"/>
          <ac:spMkLst>
            <pc:docMk/>
            <pc:sldMk cId="1238262202" sldId="319"/>
            <ac:spMk id="2" creationId="{4804A45A-B61C-4520-A3A1-BB944323C91C}"/>
          </ac:spMkLst>
        </pc:spChg>
        <pc:spChg chg="mod">
          <ac:chgData name="Fang-Yi Yu" userId="f9586db0-74ee-4635-a01b-2383b74f8a0c" providerId="ADAL" clId="{55E54E6E-39FF-414A-9EBB-D822F5E9201A}" dt="2025-09-10T23:19:37.642" v="2287" actId="20577"/>
          <ac:spMkLst>
            <pc:docMk/>
            <pc:sldMk cId="1238262202" sldId="319"/>
            <ac:spMk id="3" creationId="{DAD12403-65E6-47C0-9150-ADE03D1DB9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BEB02B-200D-4F5B-99B8-48B6F0105DD3}"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C575FC-5C78-448D-BCBA-5F6D172DEAC7}" type="slidenum">
              <a:rPr lang="en-US" smtClean="0"/>
              <a:t>‹#›</a:t>
            </a:fld>
            <a:endParaRPr lang="en-US"/>
          </a:p>
        </p:txBody>
      </p:sp>
    </p:spTree>
    <p:extLst>
      <p:ext uri="{BB962C8B-B14F-4D97-AF65-F5344CB8AC3E}">
        <p14:creationId xmlns:p14="http://schemas.microsoft.com/office/powerpoint/2010/main" val="147336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Helvetica Neue"/>
              </a:rPr>
              <a:t>No. In general, a relationship learned from a fitted model illustrates correlation and need not imply causation</a:t>
            </a:r>
            <a:endParaRPr lang="en-US" dirty="0"/>
          </a:p>
        </p:txBody>
      </p:sp>
      <p:sp>
        <p:nvSpPr>
          <p:cNvPr id="4" name="Slide Number Placeholder 3"/>
          <p:cNvSpPr>
            <a:spLocks noGrp="1"/>
          </p:cNvSpPr>
          <p:nvPr>
            <p:ph type="sldNum" sz="quarter" idx="5"/>
          </p:nvPr>
        </p:nvSpPr>
        <p:spPr/>
        <p:txBody>
          <a:bodyPr/>
          <a:lstStyle/>
          <a:p>
            <a:fld id="{0CC575FC-5C78-448D-BCBA-5F6D172DEAC7}" type="slidenum">
              <a:rPr lang="en-US" smtClean="0"/>
              <a:t>13</a:t>
            </a:fld>
            <a:endParaRPr lang="en-US"/>
          </a:p>
        </p:txBody>
      </p:sp>
    </p:spTree>
    <p:extLst>
      <p:ext uri="{BB962C8B-B14F-4D97-AF65-F5344CB8AC3E}">
        <p14:creationId xmlns:p14="http://schemas.microsoft.com/office/powerpoint/2010/main" val="22316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Helvetica Neue"/>
              </a:rPr>
              <a:t>We try to predict the true sinusoidal curve hidden in the data with polynomial degrees 0, 3, 9 and 12.</a:t>
            </a:r>
          </a:p>
          <a:p>
            <a:pPr algn="l">
              <a:buFont typeface="Arial" panose="020B0604020202020204" pitchFamily="34" charset="0"/>
              <a:buChar char="•"/>
            </a:pPr>
            <a:r>
              <a:rPr lang="en-US" b="0" i="0" dirty="0">
                <a:solidFill>
                  <a:srgbClr val="000000"/>
                </a:solidFill>
                <a:effectLst/>
                <a:latin typeface="Helvetica Neue"/>
              </a:rPr>
              <a:t>In the first plot (degree=0), we only get a horizontal line. The learned curve can neither fit the training data nor match true curve. This is called </a:t>
            </a:r>
            <a:r>
              <a:rPr lang="en-US" b="1" i="0" dirty="0">
                <a:solidFill>
                  <a:srgbClr val="000000"/>
                </a:solidFill>
                <a:effectLst/>
                <a:latin typeface="Helvetica Neue"/>
              </a:rPr>
              <a:t>Underfitting</a:t>
            </a:r>
            <a:r>
              <a:rPr lang="en-US" b="0" i="0" dirty="0">
                <a:solidFill>
                  <a:srgbClr val="000000"/>
                </a:solidFill>
                <a:effectLst/>
                <a:latin typeface="Helvetica Neue"/>
              </a:rPr>
              <a:t>.</a:t>
            </a:r>
          </a:p>
          <a:p>
            <a:pPr algn="l">
              <a:buFont typeface="Arial" panose="020B0604020202020204" pitchFamily="34" charset="0"/>
              <a:buChar char="•"/>
            </a:pPr>
            <a:r>
              <a:rPr lang="en-US" b="0" i="0" dirty="0">
                <a:solidFill>
                  <a:srgbClr val="000000"/>
                </a:solidFill>
                <a:effectLst/>
                <a:latin typeface="Helvetica Neue"/>
              </a:rPr>
              <a:t>In the second plot (degree=3), the predicted plot fits both data and true curve perfectly. This is a good degree for our setting.</a:t>
            </a:r>
          </a:p>
          <a:p>
            <a:pPr algn="l">
              <a:buFont typeface="Arial" panose="020B0604020202020204" pitchFamily="34" charset="0"/>
              <a:buChar char="•"/>
            </a:pPr>
            <a:r>
              <a:rPr lang="en-US" b="0" i="0" dirty="0">
                <a:solidFill>
                  <a:srgbClr val="000000"/>
                </a:solidFill>
                <a:effectLst/>
                <a:latin typeface="Helvetica Neue"/>
              </a:rPr>
              <a:t>In the third (degree=9) and fourth (degree=12) plots, as the degree increases, the </a:t>
            </a:r>
            <a:r>
              <a:rPr lang="en-US" b="0" i="0" dirty="0" err="1">
                <a:solidFill>
                  <a:srgbClr val="000000"/>
                </a:solidFill>
                <a:effectLst/>
                <a:latin typeface="Helvetica Neue"/>
              </a:rPr>
              <a:t>traning</a:t>
            </a:r>
            <a:r>
              <a:rPr lang="en-US" b="0" i="0" dirty="0">
                <a:solidFill>
                  <a:srgbClr val="000000"/>
                </a:solidFill>
                <a:effectLst/>
                <a:latin typeface="Helvetica Neue"/>
              </a:rPr>
              <a:t> data are fitted better but the learned curve deviates from the true curve further. This is called </a:t>
            </a:r>
            <a:r>
              <a:rPr lang="en-US" b="1" i="0" dirty="0">
                <a:solidFill>
                  <a:srgbClr val="000000"/>
                </a:solidFill>
                <a:effectLst/>
                <a:latin typeface="Helvetica Neue"/>
              </a:rPr>
              <a:t>Overfitting</a:t>
            </a:r>
            <a:r>
              <a:rPr lang="en-US" b="0" i="0" dirty="0">
                <a:solidFill>
                  <a:srgbClr val="000000"/>
                </a:solidFill>
                <a:effectLst/>
                <a:latin typeface="Helvetica Neue"/>
              </a:rPr>
              <a:t>.</a:t>
            </a:r>
          </a:p>
          <a:p>
            <a:pPr algn="l">
              <a:buFont typeface="Arial" panose="020B0604020202020204" pitchFamily="34" charset="0"/>
              <a:buChar char="•"/>
            </a:pPr>
            <a:r>
              <a:rPr lang="en-US" b="0" i="0" dirty="0">
                <a:solidFill>
                  <a:srgbClr val="000000"/>
                </a:solidFill>
                <a:effectLst/>
                <a:latin typeface="Helvetica Neue"/>
              </a:rPr>
              <a:t>Explanations of why degree could impact the predicted curve will come in later.</a:t>
            </a:r>
          </a:p>
          <a:p>
            <a:endParaRPr lang="en-US" dirty="0"/>
          </a:p>
        </p:txBody>
      </p:sp>
      <p:sp>
        <p:nvSpPr>
          <p:cNvPr id="4" name="Slide Number Placeholder 3"/>
          <p:cNvSpPr>
            <a:spLocks noGrp="1"/>
          </p:cNvSpPr>
          <p:nvPr>
            <p:ph type="sldNum" sz="quarter" idx="5"/>
          </p:nvPr>
        </p:nvSpPr>
        <p:spPr/>
        <p:txBody>
          <a:bodyPr/>
          <a:lstStyle/>
          <a:p>
            <a:fld id="{0CC575FC-5C78-448D-BCBA-5F6D172DEAC7}" type="slidenum">
              <a:rPr lang="en-US" smtClean="0"/>
              <a:t>16</a:t>
            </a:fld>
            <a:endParaRPr lang="en-US"/>
          </a:p>
        </p:txBody>
      </p:sp>
    </p:spTree>
    <p:extLst>
      <p:ext uri="{BB962C8B-B14F-4D97-AF65-F5344CB8AC3E}">
        <p14:creationId xmlns:p14="http://schemas.microsoft.com/office/powerpoint/2010/main" val="2540316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Helvetica Neue"/>
              </a:rPr>
              <a:t>In the above plots, we try to predict the true sinusoidal curve hidden in the data with polynomial degree 12 and training dataset size 13, 50, 100 and 500.</a:t>
            </a:r>
          </a:p>
          <a:p>
            <a:pPr algn="l">
              <a:buFont typeface="Arial" panose="020B0604020202020204" pitchFamily="34" charset="0"/>
              <a:buChar char="•"/>
            </a:pPr>
            <a:r>
              <a:rPr lang="en-US" b="0" i="0" dirty="0">
                <a:solidFill>
                  <a:srgbClr val="000000"/>
                </a:solidFill>
                <a:effectLst/>
                <a:latin typeface="Helvetica Neue"/>
              </a:rPr>
              <a:t>In the first plot (size=13), </a:t>
            </a:r>
            <a:r>
              <a:rPr lang="en-US" b="1" i="0" dirty="0">
                <a:solidFill>
                  <a:srgbClr val="000000"/>
                </a:solidFill>
                <a:effectLst/>
                <a:latin typeface="Helvetica Neue"/>
              </a:rPr>
              <a:t>overfitting</a:t>
            </a:r>
            <a:r>
              <a:rPr lang="en-US" b="0" i="0" dirty="0">
                <a:solidFill>
                  <a:srgbClr val="000000"/>
                </a:solidFill>
                <a:effectLst/>
                <a:latin typeface="Helvetica Neue"/>
              </a:rPr>
              <a:t> occurs as we have seen just now.</a:t>
            </a:r>
          </a:p>
          <a:p>
            <a:pPr algn="l">
              <a:buFont typeface="Arial" panose="020B0604020202020204" pitchFamily="34" charset="0"/>
              <a:buChar char="•"/>
            </a:pPr>
            <a:r>
              <a:rPr lang="en-US" b="0" i="0" dirty="0">
                <a:solidFill>
                  <a:srgbClr val="000000"/>
                </a:solidFill>
                <a:effectLst/>
                <a:latin typeface="Helvetica Neue"/>
              </a:rPr>
              <a:t>Comparing the four plots altogether, we could see as the size increases, overfitting diminishes. And although more and more data points cannot be fitted by the learned curve (training error is becoming higher), but it matches the true curve better (test error will be smaller).</a:t>
            </a:r>
          </a:p>
          <a:p>
            <a:pPr algn="l">
              <a:buFont typeface="Arial" panose="020B0604020202020204" pitchFamily="34" charset="0"/>
              <a:buChar char="•"/>
            </a:pPr>
            <a:r>
              <a:rPr lang="en-US" b="0" i="0" dirty="0">
                <a:solidFill>
                  <a:srgbClr val="000000"/>
                </a:solidFill>
                <a:effectLst/>
                <a:latin typeface="Helvetica Neue"/>
              </a:rPr>
              <a:t>Explanations of why training data size impact the predicted curve will come in later.</a:t>
            </a:r>
          </a:p>
        </p:txBody>
      </p:sp>
      <p:sp>
        <p:nvSpPr>
          <p:cNvPr id="4" name="Slide Number Placeholder 3"/>
          <p:cNvSpPr>
            <a:spLocks noGrp="1"/>
          </p:cNvSpPr>
          <p:nvPr>
            <p:ph type="sldNum" sz="quarter" idx="5"/>
          </p:nvPr>
        </p:nvSpPr>
        <p:spPr/>
        <p:txBody>
          <a:bodyPr/>
          <a:lstStyle/>
          <a:p>
            <a:fld id="{0CC575FC-5C78-448D-BCBA-5F6D172DEAC7}" type="slidenum">
              <a:rPr lang="en-US" smtClean="0"/>
              <a:t>17</a:t>
            </a:fld>
            <a:endParaRPr lang="en-US"/>
          </a:p>
        </p:txBody>
      </p:sp>
    </p:spTree>
    <p:extLst>
      <p:ext uri="{BB962C8B-B14F-4D97-AF65-F5344CB8AC3E}">
        <p14:creationId xmlns:p14="http://schemas.microsoft.com/office/powerpoint/2010/main" val="1341057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Helvetica Neue"/>
              </a:rPr>
              <a:t>When training dataset size is small, a powerful regressor (i.e. degree is high) can fit every single sample in training dataset. Therefore, noise is also considered. This is equivalent to the ending zone of the plot (left) with respect degree.</a:t>
            </a:r>
          </a:p>
          <a:p>
            <a:pPr algn="l">
              <a:buFont typeface="Arial" panose="020B0604020202020204" pitchFamily="34" charset="0"/>
              <a:buChar char="•"/>
            </a:pPr>
            <a:r>
              <a:rPr lang="en-US" b="0" i="0" dirty="0">
                <a:solidFill>
                  <a:srgbClr val="000000"/>
                </a:solidFill>
                <a:effectLst/>
                <a:latin typeface="Helvetica Neue"/>
              </a:rPr>
              <a:t>As training dataset size increases, since the power of regressor is finite (degree is fixed), regressor starts to fail to fit every single sample. Instead it seeks to learn a curve such that samples will fall on both sides equally. Since the noise are assumed to 0 mean Gaussian noise which is symmetric with respect to 0, this is actually close to the underlying true curve.</a:t>
            </a:r>
          </a:p>
          <a:p>
            <a:pPr algn="l">
              <a:buFont typeface="Arial" panose="020B0604020202020204" pitchFamily="34" charset="0"/>
              <a:buChar char="•"/>
            </a:pPr>
            <a:r>
              <a:rPr lang="en-US" b="0" i="0" dirty="0">
                <a:solidFill>
                  <a:srgbClr val="000000"/>
                </a:solidFill>
                <a:effectLst/>
                <a:latin typeface="Helvetica Neue"/>
              </a:rPr>
              <a:t>The training error and test error will converge to 0.3 which is the variance of noise (you could check this by examining the Python code). This is not a coincidence and can be derived. We will cover this later when we study </a:t>
            </a:r>
            <a:r>
              <a:rPr lang="en-US" b="1" i="0" dirty="0">
                <a:solidFill>
                  <a:srgbClr val="000000"/>
                </a:solidFill>
                <a:effectLst/>
                <a:latin typeface="Helvetica Neue"/>
              </a:rPr>
              <a:t>bias-variance tradeoff</a:t>
            </a:r>
            <a:endParaRPr lang="en-US" b="0" i="0" dirty="0">
              <a:solidFill>
                <a:srgbClr val="000000"/>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fld id="{0CC575FC-5C78-448D-BCBA-5F6D172DEAC7}" type="slidenum">
              <a:rPr lang="en-US" smtClean="0"/>
              <a:t>18</a:t>
            </a:fld>
            <a:endParaRPr lang="en-US"/>
          </a:p>
        </p:txBody>
      </p:sp>
    </p:spTree>
    <p:extLst>
      <p:ext uri="{BB962C8B-B14F-4D97-AF65-F5344CB8AC3E}">
        <p14:creationId xmlns:p14="http://schemas.microsoft.com/office/powerpoint/2010/main" val="3812002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rgbClr val="005239"/>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86115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solidFill>
                  <a:srgbClr val="005239"/>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0094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239"/>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2B00EF2-9EE2-4713-B6DA-BBC967E0F2AF}"/>
              </a:ext>
            </a:extLst>
          </p:cNvPr>
          <p:cNvSpPr>
            <a:spLocks noGrp="1"/>
          </p:cNvSpPr>
          <p:nvPr>
            <p:ph type="sldNum" sz="quarter" idx="10"/>
          </p:nvPr>
        </p:nvSpPr>
        <p:spPr/>
        <p:txBody>
          <a:bodyPr/>
          <a:lstStyle/>
          <a:p>
            <a:fld id="{1E375138-EC3A-4CD7-9071-7F7F50FC778A}" type="slidenum">
              <a:rPr lang="en-US" smtClean="0"/>
              <a:t>‹#›</a:t>
            </a:fld>
            <a:endParaRPr lang="en-US"/>
          </a:p>
        </p:txBody>
      </p:sp>
    </p:spTree>
    <p:extLst>
      <p:ext uri="{BB962C8B-B14F-4D97-AF65-F5344CB8AC3E}">
        <p14:creationId xmlns:p14="http://schemas.microsoft.com/office/powerpoint/2010/main" val="1526463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239"/>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A0A7ABBC-81E7-4017-AAB9-5DE3C261AC9C}"/>
              </a:ext>
            </a:extLst>
          </p:cNvPr>
          <p:cNvSpPr>
            <a:spLocks noGrp="1"/>
          </p:cNvSpPr>
          <p:nvPr>
            <p:ph type="sldNum" sz="quarter" idx="10"/>
          </p:nvPr>
        </p:nvSpPr>
        <p:spPr/>
        <p:txBody>
          <a:bodyPr/>
          <a:lstStyle/>
          <a:p>
            <a:fld id="{1E375138-EC3A-4CD7-9071-7F7F50FC778A}" type="slidenum">
              <a:rPr lang="en-US" smtClean="0"/>
              <a:t>‹#›</a:t>
            </a:fld>
            <a:endParaRPr lang="en-US"/>
          </a:p>
        </p:txBody>
      </p:sp>
    </p:spTree>
    <p:extLst>
      <p:ext uri="{BB962C8B-B14F-4D97-AF65-F5344CB8AC3E}">
        <p14:creationId xmlns:p14="http://schemas.microsoft.com/office/powerpoint/2010/main" val="948952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239"/>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01C873F5-FDEF-4B71-B3A5-3C4638F622A0}"/>
              </a:ext>
            </a:extLst>
          </p:cNvPr>
          <p:cNvSpPr>
            <a:spLocks noGrp="1"/>
          </p:cNvSpPr>
          <p:nvPr>
            <p:ph type="sldNum" sz="quarter" idx="10"/>
          </p:nvPr>
        </p:nvSpPr>
        <p:spPr/>
        <p:txBody>
          <a:bodyPr/>
          <a:lstStyle/>
          <a:p>
            <a:fld id="{1E375138-EC3A-4CD7-9071-7F7F50FC778A}" type="slidenum">
              <a:rPr lang="en-US" smtClean="0"/>
              <a:t>‹#›</a:t>
            </a:fld>
            <a:endParaRPr lang="en-US"/>
          </a:p>
        </p:txBody>
      </p:sp>
    </p:spTree>
    <p:extLst>
      <p:ext uri="{BB962C8B-B14F-4D97-AF65-F5344CB8AC3E}">
        <p14:creationId xmlns:p14="http://schemas.microsoft.com/office/powerpoint/2010/main" val="2027780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239"/>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EEF6A8E-B225-4BE8-9A04-7C7A17B835D2}"/>
              </a:ext>
            </a:extLst>
          </p:cNvPr>
          <p:cNvSpPr>
            <a:spLocks noGrp="1"/>
          </p:cNvSpPr>
          <p:nvPr>
            <p:ph type="sldNum" sz="quarter" idx="10"/>
          </p:nvPr>
        </p:nvSpPr>
        <p:spPr/>
        <p:txBody>
          <a:bodyPr/>
          <a:lstStyle/>
          <a:p>
            <a:fld id="{1E375138-EC3A-4CD7-9071-7F7F50FC778A}" type="slidenum">
              <a:rPr lang="en-US" smtClean="0"/>
              <a:t>‹#›</a:t>
            </a:fld>
            <a:endParaRPr lang="en-US"/>
          </a:p>
        </p:txBody>
      </p:sp>
    </p:spTree>
    <p:extLst>
      <p:ext uri="{BB962C8B-B14F-4D97-AF65-F5344CB8AC3E}">
        <p14:creationId xmlns:p14="http://schemas.microsoft.com/office/powerpoint/2010/main" val="3864112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0CCF93-5CB1-4176-B2EE-7133395CD2B6}"/>
              </a:ext>
            </a:extLst>
          </p:cNvPr>
          <p:cNvSpPr>
            <a:spLocks noGrp="1"/>
          </p:cNvSpPr>
          <p:nvPr>
            <p:ph type="sldNum" sz="quarter" idx="10"/>
          </p:nvPr>
        </p:nvSpPr>
        <p:spPr/>
        <p:txBody>
          <a:bodyPr/>
          <a:lstStyle/>
          <a:p>
            <a:fld id="{1E375138-EC3A-4CD7-9071-7F7F50FC778A}" type="slidenum">
              <a:rPr lang="en-US" smtClean="0"/>
              <a:t>‹#›</a:t>
            </a:fld>
            <a:endParaRPr lang="en-US"/>
          </a:p>
        </p:txBody>
      </p:sp>
    </p:spTree>
    <p:extLst>
      <p:ext uri="{BB962C8B-B14F-4D97-AF65-F5344CB8AC3E}">
        <p14:creationId xmlns:p14="http://schemas.microsoft.com/office/powerpoint/2010/main" val="2588237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77332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195667"/>
            <a:ext cx="10972800" cy="49179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Line 8"/>
          <p:cNvSpPr>
            <a:spLocks noChangeShapeType="1"/>
          </p:cNvSpPr>
          <p:nvPr userDrawn="1"/>
        </p:nvSpPr>
        <p:spPr bwMode="auto">
          <a:xfrm>
            <a:off x="609600" y="6184775"/>
            <a:ext cx="110744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800"/>
          </a:p>
        </p:txBody>
      </p:sp>
      <p:sp>
        <p:nvSpPr>
          <p:cNvPr id="18" name="Line 9"/>
          <p:cNvSpPr>
            <a:spLocks noChangeShapeType="1"/>
          </p:cNvSpPr>
          <p:nvPr userDrawn="1"/>
        </p:nvSpPr>
        <p:spPr bwMode="auto">
          <a:xfrm>
            <a:off x="508000" y="1108239"/>
            <a:ext cx="11176000" cy="0"/>
          </a:xfrm>
          <a:prstGeom prst="line">
            <a:avLst/>
          </a:prstGeom>
          <a:noFill/>
          <a:ln w="63500">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800"/>
          </a:p>
        </p:txBody>
      </p:sp>
      <p:sp>
        <p:nvSpPr>
          <p:cNvPr id="4" name="Slide Number Placeholder 3">
            <a:extLst>
              <a:ext uri="{FF2B5EF4-FFF2-40B4-BE49-F238E27FC236}">
                <a16:creationId xmlns:a16="http://schemas.microsoft.com/office/drawing/2014/main" id="{98D772DA-A9A2-49FC-AF65-B91929A31D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75138-EC3A-4CD7-9071-7F7F50FC778A}" type="slidenum">
              <a:rPr lang="en-US" smtClean="0"/>
              <a:t>‹#›</a:t>
            </a:fld>
            <a:endParaRPr lang="en-US"/>
          </a:p>
        </p:txBody>
      </p:sp>
    </p:spTree>
    <p:extLst>
      <p:ext uri="{BB962C8B-B14F-4D97-AF65-F5344CB8AC3E}">
        <p14:creationId xmlns:p14="http://schemas.microsoft.com/office/powerpoint/2010/main" val="797412651"/>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86" r:id="rId3"/>
    <p:sldLayoutId id="2147483670" r:id="rId4"/>
    <p:sldLayoutId id="2147483669" r:id="rId5"/>
    <p:sldLayoutId id="2147483691" r:id="rId6"/>
    <p:sldLayoutId id="2147483672" r:id="rId7"/>
  </p:sldLayoutIdLst>
  <p:hf hdr="0" ftr="0" dt="0"/>
  <p:txStyles>
    <p:titleStyle>
      <a:lvl1pPr algn="ctr" defTabSz="457200" rtl="0" eaLnBrk="1" latinLnBrk="0" hangingPunct="1">
        <a:spcBef>
          <a:spcPct val="0"/>
        </a:spcBef>
        <a:buNone/>
        <a:defRPr sz="4400" b="1" i="0" kern="1200">
          <a:solidFill>
            <a:srgbClr val="005239"/>
          </a:solidFill>
          <a:latin typeface="Univers" panose="020B0503020202020204" pitchFamily="34" charset="0"/>
          <a:ea typeface="+mj-ea"/>
          <a:cs typeface="Univers" panose="020B0503020202020204" pitchFamily="34" charset="0"/>
        </a:defRPr>
      </a:lvl1pPr>
    </p:titleStyle>
    <p:bodyStyle>
      <a:lvl1pPr marL="342900" indent="-342900" algn="l" defTabSz="457200" rtl="0" eaLnBrk="1" latinLnBrk="0" hangingPunct="1">
        <a:spcBef>
          <a:spcPct val="20000"/>
        </a:spcBef>
        <a:buFont typeface="Arial"/>
        <a:buChar char="•"/>
        <a:defRPr sz="3200" kern="1200" baseline="0">
          <a:solidFill>
            <a:schemeClr val="tx1"/>
          </a:solidFill>
          <a:latin typeface="Univers" panose="020B0503020202020204" pitchFamily="34" charset="0"/>
          <a:ea typeface="+mn-ea"/>
          <a:cs typeface="Corbel"/>
        </a:defRPr>
      </a:lvl1pPr>
      <a:lvl2pPr marL="742950" indent="-285750" algn="l" defTabSz="457200" rtl="0" eaLnBrk="1" latinLnBrk="0" hangingPunct="1">
        <a:spcBef>
          <a:spcPct val="20000"/>
        </a:spcBef>
        <a:buFont typeface="Arial"/>
        <a:buChar char="–"/>
        <a:defRPr sz="2800" kern="1200" baseline="0">
          <a:solidFill>
            <a:schemeClr val="tx1"/>
          </a:solidFill>
          <a:latin typeface="Univers" panose="020B0503020202020204" pitchFamily="34" charset="0"/>
          <a:ea typeface="+mn-ea"/>
          <a:cs typeface="Corbel"/>
        </a:defRPr>
      </a:lvl2pPr>
      <a:lvl3pPr marL="1143000" indent="-228600" algn="l" defTabSz="457200" rtl="0" eaLnBrk="1" latinLnBrk="0" hangingPunct="1">
        <a:spcBef>
          <a:spcPct val="20000"/>
        </a:spcBef>
        <a:buFont typeface="Arial"/>
        <a:buChar char="•"/>
        <a:defRPr sz="2400" kern="1200" baseline="0">
          <a:solidFill>
            <a:schemeClr val="tx1"/>
          </a:solidFill>
          <a:latin typeface="Univers" panose="020B0503020202020204" pitchFamily="34" charset="0"/>
          <a:ea typeface="+mn-ea"/>
          <a:cs typeface="Corbel"/>
        </a:defRPr>
      </a:lvl3pPr>
      <a:lvl4pPr marL="1600200" indent="-228600" algn="l" defTabSz="457200" rtl="0" eaLnBrk="1" latinLnBrk="0" hangingPunct="1">
        <a:spcBef>
          <a:spcPct val="20000"/>
        </a:spcBef>
        <a:buFont typeface="Arial"/>
        <a:buChar char="–"/>
        <a:defRPr sz="2000" kern="1200" baseline="0">
          <a:solidFill>
            <a:schemeClr val="tx1"/>
          </a:solidFill>
          <a:latin typeface="Univers" panose="020B0503020202020204" pitchFamily="34" charset="0"/>
          <a:ea typeface="+mn-ea"/>
          <a:cs typeface="Corbel"/>
        </a:defRPr>
      </a:lvl4pPr>
      <a:lvl5pPr marL="2057400" indent="-228600" algn="l" defTabSz="457200" rtl="0" eaLnBrk="1" latinLnBrk="0" hangingPunct="1">
        <a:spcBef>
          <a:spcPct val="20000"/>
        </a:spcBef>
        <a:buFont typeface="Arial"/>
        <a:buChar char="»"/>
        <a:defRPr sz="2000" kern="1200" baseline="0">
          <a:solidFill>
            <a:schemeClr val="tx1"/>
          </a:solidFill>
          <a:latin typeface="Univers" panose="020B0503020202020204" pitchFamily="34" charset="0"/>
          <a:ea typeface="+mn-ea"/>
          <a:cs typeface="Corbe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0B592-EF44-91F2-3841-4FACE6AC2E16}"/>
              </a:ext>
            </a:extLst>
          </p:cNvPr>
          <p:cNvSpPr>
            <a:spLocks noGrp="1"/>
          </p:cNvSpPr>
          <p:nvPr>
            <p:ph type="ctrTitle"/>
          </p:nvPr>
        </p:nvSpPr>
        <p:spPr/>
        <p:txBody>
          <a:bodyPr/>
          <a:lstStyle/>
          <a:p>
            <a:r>
              <a:rPr lang="en-US" dirty="0"/>
              <a:t>CS-688 Machine Learning</a:t>
            </a:r>
          </a:p>
        </p:txBody>
      </p:sp>
      <p:sp>
        <p:nvSpPr>
          <p:cNvPr id="3" name="Subtitle 2">
            <a:extLst>
              <a:ext uri="{FF2B5EF4-FFF2-40B4-BE49-F238E27FC236}">
                <a16:creationId xmlns:a16="http://schemas.microsoft.com/office/drawing/2014/main" id="{7560994C-3610-0A0B-7CE0-088AC47839AF}"/>
              </a:ext>
            </a:extLst>
          </p:cNvPr>
          <p:cNvSpPr>
            <a:spLocks noGrp="1"/>
          </p:cNvSpPr>
          <p:nvPr>
            <p:ph type="subTitle" idx="1"/>
          </p:nvPr>
        </p:nvSpPr>
        <p:spPr/>
        <p:txBody>
          <a:bodyPr/>
          <a:lstStyle/>
          <a:p>
            <a:r>
              <a:rPr lang="en-US" dirty="0"/>
              <a:t>Fang-Yi Yu</a:t>
            </a:r>
          </a:p>
          <a:p>
            <a:r>
              <a:rPr lang="en-US" dirty="0"/>
              <a:t>George Mason University, Fall 2025</a:t>
            </a:r>
          </a:p>
        </p:txBody>
      </p:sp>
    </p:spTree>
    <p:extLst>
      <p:ext uri="{BB962C8B-B14F-4D97-AF65-F5344CB8AC3E}">
        <p14:creationId xmlns:p14="http://schemas.microsoft.com/office/powerpoint/2010/main" val="510056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E3B9A-0237-BD22-D4BC-11F5A3975461}"/>
              </a:ext>
            </a:extLst>
          </p:cNvPr>
          <p:cNvSpPr>
            <a:spLocks noGrp="1"/>
          </p:cNvSpPr>
          <p:nvPr>
            <p:ph type="title"/>
          </p:nvPr>
        </p:nvSpPr>
        <p:spPr>
          <a:xfrm>
            <a:off x="609600" y="274638"/>
            <a:ext cx="10972800" cy="773326"/>
          </a:xfrm>
        </p:spPr>
        <p:txBody>
          <a:bodyPr>
            <a:normAutofit/>
          </a:bodyPr>
          <a:lstStyle/>
          <a:p>
            <a:r>
              <a:rPr lang="en-US" altLang="en-US" dirty="0"/>
              <a:t>Logistic</a:t>
            </a:r>
            <a:endParaRPr lang="en-US" dirty="0"/>
          </a:p>
        </p:txBody>
      </p:sp>
      <p:sp>
        <p:nvSpPr>
          <p:cNvPr id="3" name="Content Placeholder 2">
            <a:extLst>
              <a:ext uri="{FF2B5EF4-FFF2-40B4-BE49-F238E27FC236}">
                <a16:creationId xmlns:a16="http://schemas.microsoft.com/office/drawing/2014/main" id="{7CA491FF-2830-A259-183A-1D171EF9956C}"/>
              </a:ext>
            </a:extLst>
          </p:cNvPr>
          <p:cNvSpPr>
            <a:spLocks noGrp="1"/>
          </p:cNvSpPr>
          <p:nvPr>
            <p:ph idx="1"/>
          </p:nvPr>
        </p:nvSpPr>
        <p:spPr>
          <a:xfrm>
            <a:off x="609600" y="1195667"/>
            <a:ext cx="10972800" cy="4917922"/>
          </a:xfrm>
        </p:spPr>
        <p:txBody>
          <a:bodyPr>
            <a:normAutofit/>
          </a:bodyPr>
          <a:lstStyle/>
          <a:p>
            <a:r>
              <a:rPr lang="en-US" altLang="en-US" dirty="0"/>
              <a:t>Instructor: Fang-Yi Yu,</a:t>
            </a:r>
          </a:p>
          <a:p>
            <a:pPr lvl="1"/>
            <a:r>
              <a:rPr lang="en-US" altLang="en-US" dirty="0"/>
              <a:t>office hour: 4 </a:t>
            </a:r>
            <a:r>
              <a:rPr lang="mr-IN" altLang="en-US" dirty="0"/>
              <a:t>–</a:t>
            </a:r>
            <a:r>
              <a:rPr lang="en-US" altLang="en-US" dirty="0"/>
              <a:t> 5 PM Monday @ RSCH350</a:t>
            </a:r>
          </a:p>
          <a:p>
            <a:r>
              <a:rPr lang="en-US" altLang="en-US" dirty="0"/>
              <a:t>GTA: Wenjie Xi</a:t>
            </a:r>
          </a:p>
          <a:p>
            <a:pPr lvl="1"/>
            <a:r>
              <a:rPr lang="en-US" altLang="en-US" dirty="0"/>
              <a:t>office hours: 2-3 PM Friday @ ENGR 4456</a:t>
            </a:r>
          </a:p>
          <a:p>
            <a:r>
              <a:rPr lang="en-US" altLang="en-US" dirty="0"/>
              <a:t>Homework 1 due on Sunday (Sept 28)</a:t>
            </a:r>
          </a:p>
        </p:txBody>
      </p:sp>
      <p:sp>
        <p:nvSpPr>
          <p:cNvPr id="16385" name="Rectangle 4">
            <a:extLst>
              <a:ext uri="{FF2B5EF4-FFF2-40B4-BE49-F238E27FC236}">
                <a16:creationId xmlns:a16="http://schemas.microsoft.com/office/drawing/2014/main" id="{B12B4A6C-A7E5-3DF9-3D12-D146697AFB73}"/>
              </a:ext>
            </a:extLst>
          </p:cNvPr>
          <p:cNvSpPr>
            <a:spLocks noChangeArrowheads="1"/>
          </p:cNvSpPr>
          <p:nvPr/>
        </p:nvSpPr>
        <p:spPr bwMode="auto">
          <a:xfrm>
            <a:off x="1981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lgn="ctr" eaLnBrk="1" hangingPunct="1">
              <a:spcBef>
                <a:spcPct val="0"/>
              </a:spcBef>
              <a:buFontTx/>
              <a:buNone/>
              <a:defRPr/>
            </a:pPr>
            <a:endParaRPr lang="en-US" altLang="en-US" sz="4400" b="1" dirty="0">
              <a:solidFill>
                <a:schemeClr val="accent3">
                  <a:lumMod val="75000"/>
                </a:schemeClr>
              </a:solidFill>
              <a:latin typeface="Myanmar Text" panose="020B0502040204020203" pitchFamily="34" charset="0"/>
              <a:cs typeface="Myanmar Text" panose="020B0502040204020203" pitchFamily="34" charset="0"/>
            </a:endParaRPr>
          </a:p>
        </p:txBody>
      </p:sp>
    </p:spTree>
    <p:extLst>
      <p:ext uri="{BB962C8B-B14F-4D97-AF65-F5344CB8AC3E}">
        <p14:creationId xmlns:p14="http://schemas.microsoft.com/office/powerpoint/2010/main" val="2752177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4D92-1FEB-778A-0CB3-D7E93102370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03DF36-1E40-6D49-A7DE-346AB96FEF20}"/>
              </a:ext>
            </a:extLst>
          </p:cNvPr>
          <p:cNvSpPr>
            <a:spLocks noGrp="1"/>
          </p:cNvSpPr>
          <p:nvPr>
            <p:ph type="title"/>
          </p:nvPr>
        </p:nvSpPr>
        <p:spPr/>
        <p:txBody>
          <a:bodyPr>
            <a:normAutofit/>
          </a:bodyPr>
          <a:lstStyle/>
          <a:p>
            <a:r>
              <a:rPr lang="it-IT" dirty="0"/>
              <a:t>Linear regression</a:t>
            </a:r>
            <a:endParaRPr lang="en-US"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7BF52660-3FBE-13FF-F479-751CA86B51E6}"/>
                  </a:ext>
                </a:extLst>
              </p:cNvPr>
              <p:cNvSpPr>
                <a:spLocks noGrp="1"/>
              </p:cNvSpPr>
              <p:nvPr>
                <p:ph idx="1"/>
              </p:nvPr>
            </p:nvSpPr>
            <p:spPr/>
            <p:txBody>
              <a:bodyPr>
                <a:normAutofit/>
              </a:bodyPr>
              <a:lstStyle/>
              <a:p>
                <a:r>
                  <a:rPr lang="en-US" dirty="0"/>
                  <a:t>Data: Features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𝑑</m:t>
                        </m:r>
                      </m:sup>
                    </m:sSup>
                  </m:oMath>
                </a14:m>
                <a:r>
                  <a:rPr lang="en-US" dirty="0"/>
                  <a:t> and target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endParaRPr lang="en-US" dirty="0"/>
              </a:p>
              <a:p>
                <a:r>
                  <a:rPr lang="en-US" dirty="0"/>
                  <a:t>Hypothesis/model with </a:t>
                </a:r>
                <a14:m>
                  <m:oMath xmlns:m="http://schemas.openxmlformats.org/officeDocument/2006/math">
                    <m:r>
                      <a:rPr lang="en-US" b="0" i="1" smtClean="0">
                        <a:latin typeface="Cambria Math" panose="02040503050406030204" pitchFamily="18" charset="0"/>
                      </a:rPr>
                      <m:t>𝑤</m:t>
                    </m:r>
                  </m:oMath>
                </a14:m>
                <a:r>
                  <a:rPr lang="en-US" dirty="0"/>
                  <a:t>: </a:t>
                </a:r>
                <a:br>
                  <a:rPr lang="en-US" b="0" i="1" dirty="0">
                    <a:latin typeface="Cambria Math" panose="02040503050406030204" pitchFamily="18" charset="0"/>
                  </a:rPr>
                </a:b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𝑇</m:t>
                        </m:r>
                      </m:sup>
                    </m:sSubSup>
                    <m:r>
                      <a:rPr lang="en-US" b="0" i="1" smtClean="0">
                        <a:latin typeface="Cambria Math" panose="02040503050406030204" pitchFamily="18" charset="0"/>
                      </a:rPr>
                      <m:t>𝑤</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oMath>
                </a14:m>
                <a:endParaRPr lang="en-US" dirty="0"/>
              </a:p>
              <a:p>
                <a:pPr lvl="1"/>
                <a:r>
                  <a:rPr lang="en-US" dirty="0">
                    <a:solidFill>
                      <a:srgbClr val="005239"/>
                    </a:solidFill>
                  </a:rPr>
                  <a:t>Least square</a:t>
                </a:r>
                <a:r>
                  <a:rPr lang="en-US" dirty="0"/>
                  <a:t>: minimizes squares error</a:t>
                </a:r>
                <a:endParaRPr lang="en-US" b="0" i="1" dirty="0">
                  <a:latin typeface="Cambria Math" panose="02040503050406030204" pitchFamily="18" charset="0"/>
                </a:endParaRPr>
              </a:p>
              <a:p>
                <a:pPr lvl="1"/>
                <a:r>
                  <a:rPr lang="en-US" dirty="0">
                    <a:solidFill>
                      <a:srgbClr val="005239"/>
                    </a:solidFill>
                  </a:rPr>
                  <a:t>MLE on Gaussian</a:t>
                </a:r>
                <a:r>
                  <a:rPr lang="en-US" dirty="0"/>
                  <a:t>: maximizes likelihood function under Gaussian model</a:t>
                </a:r>
              </a:p>
              <a:p>
                <a:r>
                  <a:rPr lang="en-US" dirty="0"/>
                  <a:t>Both solve </a:t>
                </a:r>
                <a:br>
                  <a:rPr lang="en-US" dirty="0"/>
                </a:b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argmin</m:t>
                        </m:r>
                      </m:e>
                      <m:sub>
                        <m:r>
                          <a:rPr lang="en-US" i="1">
                            <a:latin typeface="Cambria Math" panose="02040503050406030204" pitchFamily="18" charset="0"/>
                          </a:rPr>
                          <m:t>𝑤</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𝑇</m:t>
                                </m:r>
                              </m:sup>
                            </m:sSubSup>
                            <m:r>
                              <a:rPr lang="en-US" i="1">
                                <a:latin typeface="Cambria Math" panose="02040503050406030204" pitchFamily="18" charset="0"/>
                              </a:rPr>
                              <m:t>𝑤</m:t>
                            </m:r>
                          </m:e>
                        </m:d>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argmin</m:t>
                        </m:r>
                      </m:e>
                      <m:sub>
                        <m:r>
                          <a:rPr lang="en-US" i="1">
                            <a:latin typeface="Cambria Math" panose="02040503050406030204" pitchFamily="18" charset="0"/>
                          </a:rPr>
                          <m:t>𝑤</m:t>
                        </m:r>
                      </m:sub>
                    </m:sSub>
                    <m:sSubSup>
                      <m:sSubSupPr>
                        <m:ctrlPr>
                          <a:rPr lang="en-US" i="1">
                            <a:latin typeface="Cambria Math" panose="02040503050406030204" pitchFamily="18" charset="0"/>
                          </a:rPr>
                        </m:ctrlPr>
                      </m:sSubSupPr>
                      <m:e>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𝑋𝑤</m:t>
                                </m:r>
                                <m:r>
                                  <a:rPr lang="en-US" i="1">
                                    <a:latin typeface="Cambria Math" panose="02040503050406030204" pitchFamily="18" charset="0"/>
                                  </a:rPr>
                                  <m:t>−</m:t>
                                </m:r>
                                <m:r>
                                  <a:rPr lang="en-US" i="1">
                                    <a:latin typeface="Cambria Math" panose="02040503050406030204" pitchFamily="18" charset="0"/>
                                  </a:rPr>
                                  <m:t>𝑡</m:t>
                                </m:r>
                              </m:e>
                            </m:d>
                          </m:e>
                        </m:d>
                      </m:e>
                      <m:sub>
                        <m:r>
                          <a:rPr lang="en-US" i="1">
                            <a:latin typeface="Cambria Math" panose="02040503050406030204" pitchFamily="18" charset="0"/>
                          </a:rPr>
                          <m:t>2</m:t>
                        </m:r>
                      </m:sub>
                      <m:sup>
                        <m:r>
                          <a:rPr lang="en-US" i="1">
                            <a:latin typeface="Cambria Math" panose="02040503050406030204" pitchFamily="18" charset="0"/>
                          </a:rPr>
                          <m:t>2</m:t>
                        </m:r>
                      </m:sup>
                    </m:sSubSup>
                  </m:oMath>
                </a14:m>
                <a:br>
                  <a:rPr lang="en-US" b="0" i="1" dirty="0">
                    <a:latin typeface="Cambria Math" panose="02040503050406030204" pitchFamily="18" charset="0"/>
                  </a:rPr>
                </a:br>
                <a:endParaRPr lang="en-US" b="0" i="1" dirty="0">
                  <a:latin typeface="Cambria Math" panose="02040503050406030204" pitchFamily="18" charset="0"/>
                </a:endParaRPr>
              </a:p>
            </p:txBody>
          </p:sp>
        </mc:Choice>
        <mc:Fallback>
          <p:sp>
            <p:nvSpPr>
              <p:cNvPr id="7" name="Content Placeholder 6">
                <a:extLst>
                  <a:ext uri="{FF2B5EF4-FFF2-40B4-BE49-F238E27FC236}">
                    <a16:creationId xmlns:a16="http://schemas.microsoft.com/office/drawing/2014/main" id="{7BF52660-3FBE-13FF-F479-751CA86B51E6}"/>
                  </a:ext>
                </a:extLst>
              </p:cNvPr>
              <p:cNvSpPr>
                <a:spLocks noGrp="1" noRot="1" noChangeAspect="1" noMove="1" noResize="1" noEditPoints="1" noAdjustHandles="1" noChangeArrowheads="1" noChangeShapeType="1" noTextEdit="1"/>
              </p:cNvSpPr>
              <p:nvPr>
                <p:ph idx="1"/>
              </p:nvPr>
            </p:nvSpPr>
            <p:spPr>
              <a:blipFill>
                <a:blip r:embed="rId2"/>
                <a:stretch>
                  <a:fillRect l="-1278" t="-136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31B381E4-6C45-5110-4D55-F70C52EB1D6F}"/>
              </a:ext>
            </a:extLst>
          </p:cNvPr>
          <p:cNvSpPr>
            <a:spLocks noGrp="1"/>
          </p:cNvSpPr>
          <p:nvPr>
            <p:ph type="sldNum" sz="quarter" idx="10"/>
          </p:nvPr>
        </p:nvSpPr>
        <p:spPr/>
        <p:txBody>
          <a:bodyPr/>
          <a:lstStyle/>
          <a:p>
            <a:fld id="{1E375138-EC3A-4CD7-9071-7F7F50FC778A}" type="slidenum">
              <a:rPr lang="en-US" smtClean="0"/>
              <a:t>3</a:t>
            </a:fld>
            <a:endParaRPr lang="en-US"/>
          </a:p>
        </p:txBody>
      </p:sp>
    </p:spTree>
    <p:extLst>
      <p:ext uri="{BB962C8B-B14F-4D97-AF65-F5344CB8AC3E}">
        <p14:creationId xmlns:p14="http://schemas.microsoft.com/office/powerpoint/2010/main" val="1630083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02B90-4FBB-465E-BE10-36B7F6CF7907}"/>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103F2AB-6AC3-4588-B5DE-7423E00E4F5D}"/>
              </a:ext>
            </a:extLst>
          </p:cNvPr>
          <p:cNvSpPr>
            <a:spLocks noGrp="1"/>
          </p:cNvSpPr>
          <p:nvPr>
            <p:ph idx="1"/>
          </p:nvPr>
        </p:nvSpPr>
        <p:spPr/>
        <p:txBody>
          <a:bodyPr/>
          <a:lstStyle/>
          <a:p>
            <a:r>
              <a:rPr lang="en-US" dirty="0"/>
              <a:t>Beyond linear regression</a:t>
            </a:r>
          </a:p>
          <a:p>
            <a:r>
              <a:rPr lang="en-US" dirty="0"/>
              <a:t>Bias-variance tradeoff</a:t>
            </a:r>
          </a:p>
          <a:p>
            <a:r>
              <a:rPr lang="en-US" dirty="0"/>
              <a:t>Regularization for linear model</a:t>
            </a:r>
          </a:p>
          <a:p>
            <a:pPr lvl="1"/>
            <a:r>
              <a:rPr lang="en-US" dirty="0"/>
              <a:t>Ridge</a:t>
            </a:r>
          </a:p>
          <a:p>
            <a:pPr lvl="1"/>
            <a:r>
              <a:rPr lang="en-US" dirty="0"/>
              <a:t>LASSO</a:t>
            </a:r>
          </a:p>
        </p:txBody>
      </p:sp>
      <p:sp>
        <p:nvSpPr>
          <p:cNvPr id="4" name="Slide Number Placeholder 3">
            <a:extLst>
              <a:ext uri="{FF2B5EF4-FFF2-40B4-BE49-F238E27FC236}">
                <a16:creationId xmlns:a16="http://schemas.microsoft.com/office/drawing/2014/main" id="{751117FC-4BC1-4327-9C90-DB24E89A29E5}"/>
              </a:ext>
            </a:extLst>
          </p:cNvPr>
          <p:cNvSpPr>
            <a:spLocks noGrp="1"/>
          </p:cNvSpPr>
          <p:nvPr>
            <p:ph type="sldNum" sz="quarter" idx="10"/>
          </p:nvPr>
        </p:nvSpPr>
        <p:spPr/>
        <p:txBody>
          <a:bodyPr/>
          <a:lstStyle/>
          <a:p>
            <a:fld id="{1E375138-EC3A-4CD7-9071-7F7F50FC778A}" type="slidenum">
              <a:rPr lang="en-US" smtClean="0"/>
              <a:t>4</a:t>
            </a:fld>
            <a:endParaRPr lang="en-US"/>
          </a:p>
        </p:txBody>
      </p:sp>
    </p:spTree>
    <p:extLst>
      <p:ext uri="{BB962C8B-B14F-4D97-AF65-F5344CB8AC3E}">
        <p14:creationId xmlns:p14="http://schemas.microsoft.com/office/powerpoint/2010/main" val="1864131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0DC2-8A67-4BD1-8A20-782804AC5E6B}"/>
              </a:ext>
            </a:extLst>
          </p:cNvPr>
          <p:cNvSpPr>
            <a:spLocks noGrp="1"/>
          </p:cNvSpPr>
          <p:nvPr>
            <p:ph type="title"/>
          </p:nvPr>
        </p:nvSpPr>
        <p:spPr/>
        <p:txBody>
          <a:bodyPr/>
          <a:lstStyle/>
          <a:p>
            <a:r>
              <a:rPr lang="en-US" dirty="0"/>
              <a:t>Linear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9B138C-807A-4072-BFEA-27FA58D19C34}"/>
                  </a:ext>
                </a:extLst>
              </p:cNvPr>
              <p:cNvSpPr>
                <a:spLocks noGrp="1"/>
              </p:cNvSpPr>
              <p:nvPr>
                <p:ph idx="1"/>
              </p:nvPr>
            </p:nvSpPr>
            <p:spPr/>
            <p:txBody>
              <a:bodyPr/>
              <a:lstStyle/>
              <a:p>
                <a:r>
                  <a:rPr lang="en-US" dirty="0"/>
                  <a:t>Data: Features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oMath>
                </a14:m>
                <a:r>
                  <a:rPr lang="en-US" dirty="0"/>
                  <a:t> and target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endParaRPr lang="en-US" dirty="0"/>
              </a:p>
              <a:p>
                <a:r>
                  <a:rPr lang="en-US" dirty="0"/>
                  <a:t>Hypothesis/model with </a:t>
                </a:r>
                <a14:m>
                  <m:oMath xmlns:m="http://schemas.openxmlformats.org/officeDocument/2006/math">
                    <m:r>
                      <a:rPr lang="en-US" i="1">
                        <a:latin typeface="Cambria Math" panose="02040503050406030204" pitchFamily="18" charset="0"/>
                      </a:rPr>
                      <m:t>𝑤</m:t>
                    </m:r>
                  </m:oMath>
                </a14:m>
                <a:r>
                  <a:rPr lang="en-US" dirty="0"/>
                  <a:t>: </a:t>
                </a:r>
                <a:br>
                  <a:rPr lang="en-US" i="1" dirty="0">
                    <a:latin typeface="Cambria Math" panose="02040503050406030204" pitchFamily="18" charset="0"/>
                  </a:rPr>
                </a:br>
                <a14:m>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𝑇</m:t>
                        </m:r>
                      </m:sup>
                    </m:sSubSup>
                    <m:r>
                      <a:rPr lang="en-US" i="1">
                        <a:latin typeface="Cambria Math" panose="02040503050406030204" pitchFamily="18" charset="0"/>
                      </a:rPr>
                      <m:t>𝑤</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m:t>
                        </m:r>
                      </m:sub>
                    </m:sSub>
                  </m:oMath>
                </a14:m>
                <a:endParaRPr lang="en-US" dirty="0"/>
              </a:p>
              <a:p>
                <a:endParaRPr lang="en-US" dirty="0"/>
              </a:p>
            </p:txBody>
          </p:sp>
        </mc:Choice>
        <mc:Fallback>
          <p:sp>
            <p:nvSpPr>
              <p:cNvPr id="3" name="Content Placeholder 2">
                <a:extLst>
                  <a:ext uri="{FF2B5EF4-FFF2-40B4-BE49-F238E27FC236}">
                    <a16:creationId xmlns:a16="http://schemas.microsoft.com/office/drawing/2014/main" id="{E69B138C-807A-4072-BFEA-27FA58D19C34}"/>
                  </a:ext>
                </a:extLst>
              </p:cNvPr>
              <p:cNvSpPr>
                <a:spLocks noGrp="1" noRot="1" noChangeAspect="1" noMove="1" noResize="1" noEditPoints="1" noAdjustHandles="1" noChangeArrowheads="1" noChangeShapeType="1" noTextEdit="1"/>
              </p:cNvSpPr>
              <p:nvPr>
                <p:ph idx="1"/>
              </p:nvPr>
            </p:nvSpPr>
            <p:spPr>
              <a:blipFill>
                <a:blip r:embed="rId2"/>
                <a:stretch>
                  <a:fillRect l="-1278" t="-13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1F17A58-8AC8-40ED-8781-C2CF34BB3C9F}"/>
              </a:ext>
            </a:extLst>
          </p:cNvPr>
          <p:cNvSpPr>
            <a:spLocks noGrp="1"/>
          </p:cNvSpPr>
          <p:nvPr>
            <p:ph type="sldNum" sz="quarter" idx="10"/>
          </p:nvPr>
        </p:nvSpPr>
        <p:spPr/>
        <p:txBody>
          <a:bodyPr/>
          <a:lstStyle/>
          <a:p>
            <a:fld id="{1E375138-EC3A-4CD7-9071-7F7F50FC778A}" type="slidenum">
              <a:rPr lang="en-US" smtClean="0"/>
              <a:t>5</a:t>
            </a:fld>
            <a:endParaRPr lang="en-US"/>
          </a:p>
        </p:txBody>
      </p:sp>
      <p:pic>
        <p:nvPicPr>
          <p:cNvPr id="1026" name="Picture 2">
            <a:extLst>
              <a:ext uri="{FF2B5EF4-FFF2-40B4-BE49-F238E27FC236}">
                <a16:creationId xmlns:a16="http://schemas.microsoft.com/office/drawing/2014/main" id="{80D017D1-34FA-4EC2-BBE9-D1F4E97CCF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5023" y="3574214"/>
            <a:ext cx="6721954" cy="2088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150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0DC2-8A67-4BD1-8A20-782804AC5E6B}"/>
              </a:ext>
            </a:extLst>
          </p:cNvPr>
          <p:cNvSpPr>
            <a:spLocks noGrp="1"/>
          </p:cNvSpPr>
          <p:nvPr>
            <p:ph type="title"/>
          </p:nvPr>
        </p:nvSpPr>
        <p:spPr/>
        <p:txBody>
          <a:bodyPr/>
          <a:lstStyle/>
          <a:p>
            <a:r>
              <a:rPr lang="en-US" dirty="0"/>
              <a:t>Generalized linear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9B138C-807A-4072-BFEA-27FA58D19C34}"/>
                  </a:ext>
                </a:extLst>
              </p:cNvPr>
              <p:cNvSpPr>
                <a:spLocks noGrp="1"/>
              </p:cNvSpPr>
              <p:nvPr>
                <p:ph idx="1"/>
              </p:nvPr>
            </p:nvSpPr>
            <p:spPr/>
            <p:txBody>
              <a:bodyPr/>
              <a:lstStyle/>
              <a:p>
                <a:r>
                  <a:rPr lang="en-US" dirty="0"/>
                  <a:t>Data: Features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oMath>
                </a14:m>
                <a:r>
                  <a:rPr lang="en-US" dirty="0"/>
                  <a:t> and target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endParaRPr lang="en-US" dirty="0"/>
              </a:p>
              <a:p>
                <a:r>
                  <a:rPr lang="en-US" dirty="0"/>
                  <a:t>Hypothesis/model with </a:t>
                </a:r>
                <a14:m>
                  <m:oMath xmlns:m="http://schemas.openxmlformats.org/officeDocument/2006/math">
                    <m:r>
                      <a:rPr lang="en-US" i="1">
                        <a:latin typeface="Cambria Math" panose="02040503050406030204" pitchFamily="18" charset="0"/>
                      </a:rPr>
                      <m:t>𝑤</m:t>
                    </m:r>
                  </m:oMath>
                </a14:m>
                <a:r>
                  <a:rPr lang="en-US" dirty="0"/>
                  <a:t>: consider a (feature) </a:t>
                </a:r>
                <a:r>
                  <a:rPr lang="en-US" dirty="0">
                    <a:solidFill>
                      <a:srgbClr val="005239"/>
                    </a:solidFill>
                  </a:rPr>
                  <a:t>basis function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sup>
                    </m:sSup>
                  </m:oMath>
                </a14:m>
                <a:br>
                  <a:rPr lang="en-US" i="1" dirty="0">
                    <a:latin typeface="Cambria Math" panose="02040503050406030204" pitchFamily="18" charset="0"/>
                  </a:rPr>
                </a:br>
                <a14:m>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r>
                      <a:rPr lang="en-US" b="0" i="1" smtClean="0">
                        <a:solidFill>
                          <a:schemeClr val="tx1"/>
                        </a:solidFill>
                        <a:latin typeface="Cambria Math" panose="02040503050406030204" pitchFamily="18" charset="0"/>
                      </a:rPr>
                      <m:t>𝜙</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𝑇</m:t>
                        </m:r>
                      </m:sup>
                    </m:sSup>
                    <m:r>
                      <a:rPr lang="en-US" i="1">
                        <a:latin typeface="Cambria Math" panose="02040503050406030204" pitchFamily="18" charset="0"/>
                      </a:rPr>
                      <m:t>𝑤</m:t>
                    </m:r>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m:t>
                        </m:r>
                      </m:sub>
                    </m:sSub>
                  </m:oMath>
                </a14:m>
                <a:endParaRPr lang="en-US" dirty="0"/>
              </a:p>
              <a:p>
                <a:endParaRPr lang="en-US" dirty="0"/>
              </a:p>
            </p:txBody>
          </p:sp>
        </mc:Choice>
        <mc:Fallback>
          <p:sp>
            <p:nvSpPr>
              <p:cNvPr id="3" name="Content Placeholder 2">
                <a:extLst>
                  <a:ext uri="{FF2B5EF4-FFF2-40B4-BE49-F238E27FC236}">
                    <a16:creationId xmlns:a16="http://schemas.microsoft.com/office/drawing/2014/main" id="{E69B138C-807A-4072-BFEA-27FA58D19C34}"/>
                  </a:ext>
                </a:extLst>
              </p:cNvPr>
              <p:cNvSpPr>
                <a:spLocks noGrp="1" noRot="1" noChangeAspect="1" noMove="1" noResize="1" noEditPoints="1" noAdjustHandles="1" noChangeArrowheads="1" noChangeShapeType="1" noTextEdit="1"/>
              </p:cNvSpPr>
              <p:nvPr>
                <p:ph idx="1"/>
              </p:nvPr>
            </p:nvSpPr>
            <p:spPr>
              <a:blipFill>
                <a:blip r:embed="rId2"/>
                <a:stretch>
                  <a:fillRect l="-1278" t="-13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1F17A58-8AC8-40ED-8781-C2CF34BB3C9F}"/>
              </a:ext>
            </a:extLst>
          </p:cNvPr>
          <p:cNvSpPr>
            <a:spLocks noGrp="1"/>
          </p:cNvSpPr>
          <p:nvPr>
            <p:ph type="sldNum" sz="quarter" idx="10"/>
          </p:nvPr>
        </p:nvSpPr>
        <p:spPr/>
        <p:txBody>
          <a:bodyPr/>
          <a:lstStyle/>
          <a:p>
            <a:fld id="{1E375138-EC3A-4CD7-9071-7F7F50FC778A}" type="slidenum">
              <a:rPr lang="en-US" smtClean="0"/>
              <a:t>6</a:t>
            </a:fld>
            <a:endParaRPr lang="en-US"/>
          </a:p>
        </p:txBody>
      </p:sp>
      <p:pic>
        <p:nvPicPr>
          <p:cNvPr id="9" name="Picture 8">
            <a:extLst>
              <a:ext uri="{FF2B5EF4-FFF2-40B4-BE49-F238E27FC236}">
                <a16:creationId xmlns:a16="http://schemas.microsoft.com/office/drawing/2014/main" id="{CDD6D763-D090-4661-8DFF-7F511B6690C8}"/>
              </a:ext>
            </a:extLst>
          </p:cNvPr>
          <p:cNvPicPr>
            <a:picLocks noChangeAspect="1"/>
          </p:cNvPicPr>
          <p:nvPr/>
        </p:nvPicPr>
        <p:blipFill rotWithShape="1">
          <a:blip r:embed="rId3">
            <a:extLst>
              <a:ext uri="{28A0092B-C50C-407E-A947-70E740481C1C}">
                <a14:useLocalDpi xmlns:a14="http://schemas.microsoft.com/office/drawing/2010/main" val="0"/>
              </a:ext>
            </a:extLst>
          </a:blip>
          <a:srcRect l="27461" t="32191" r="5946" b="27428"/>
          <a:stretch/>
        </p:blipFill>
        <p:spPr>
          <a:xfrm>
            <a:off x="7842068" y="3925083"/>
            <a:ext cx="3355019" cy="2188506"/>
          </a:xfrm>
          <a:prstGeom prst="rect">
            <a:avLst/>
          </a:prstGeom>
        </p:spPr>
      </p:pic>
    </p:spTree>
    <p:extLst>
      <p:ext uri="{BB962C8B-B14F-4D97-AF65-F5344CB8AC3E}">
        <p14:creationId xmlns:p14="http://schemas.microsoft.com/office/powerpoint/2010/main" val="61748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0DC2-8A67-4BD1-8A20-782804AC5E6B}"/>
              </a:ext>
            </a:extLst>
          </p:cNvPr>
          <p:cNvSpPr>
            <a:spLocks noGrp="1"/>
          </p:cNvSpPr>
          <p:nvPr>
            <p:ph type="title"/>
          </p:nvPr>
        </p:nvSpPr>
        <p:spPr/>
        <p:txBody>
          <a:bodyPr/>
          <a:lstStyle/>
          <a:p>
            <a:r>
              <a:rPr lang="en-US" dirty="0"/>
              <a:t>Basis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9B138C-807A-4072-BFEA-27FA58D19C34}"/>
                  </a:ext>
                </a:extLst>
              </p:cNvPr>
              <p:cNvSpPr>
                <a:spLocks noGrp="1"/>
              </p:cNvSpPr>
              <p:nvPr>
                <p:ph idx="1"/>
              </p:nvPr>
            </p:nvSpPr>
            <p:spPr/>
            <p:txBody>
              <a:bodyPr/>
              <a:lstStyle/>
              <a:p>
                <a:r>
                  <a:rPr lang="en-US" dirty="0"/>
                  <a:t>Candidate basis function</a:t>
                </a:r>
                <a:r>
                  <a:rPr lang="en-US" dirty="0">
                    <a:solidFill>
                      <a:srgbClr val="005239"/>
                    </a:solidFill>
                  </a:rPr>
                  <a:t>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𝑀</m:t>
                        </m:r>
                      </m:sup>
                    </m:sSup>
                  </m:oMath>
                </a14:m>
                <a:br>
                  <a:rPr lang="en-US" i="1" dirty="0">
                    <a:latin typeface="Cambria Math" panose="02040503050406030204" pitchFamily="18" charset="0"/>
                  </a:rPr>
                </a:br>
                <a14:m>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r>
                      <a:rPr lang="en-US" b="0" i="1" smtClean="0">
                        <a:solidFill>
                          <a:schemeClr val="tx1"/>
                        </a:solidFill>
                        <a:latin typeface="Cambria Math" panose="02040503050406030204" pitchFamily="18" charset="0"/>
                      </a:rPr>
                      <m:t>𝜙</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b="0" i="1" smtClean="0">
                        <a:latin typeface="Cambria Math" panose="02040503050406030204" pitchFamily="18" charset="0"/>
                      </a:rPr>
                      <m:t>𝑡</m:t>
                    </m:r>
                  </m:oMath>
                </a14:m>
                <a:endParaRPr lang="en-US" dirty="0"/>
              </a:p>
              <a:p>
                <a:pPr lvl="1"/>
                <a:endParaRPr lang="en-US" b="0" dirty="0"/>
              </a:p>
              <a:p>
                <a:pPr lvl="1"/>
                <a:endParaRPr lang="en-US" dirty="0"/>
              </a:p>
              <a:p>
                <a:endParaRPr lang="en-US" dirty="0"/>
              </a:p>
            </p:txBody>
          </p:sp>
        </mc:Choice>
        <mc:Fallback>
          <p:sp>
            <p:nvSpPr>
              <p:cNvPr id="3" name="Content Placeholder 2">
                <a:extLst>
                  <a:ext uri="{FF2B5EF4-FFF2-40B4-BE49-F238E27FC236}">
                    <a16:creationId xmlns:a16="http://schemas.microsoft.com/office/drawing/2014/main" id="{E69B138C-807A-4072-BFEA-27FA58D19C34}"/>
                  </a:ext>
                </a:extLst>
              </p:cNvPr>
              <p:cNvSpPr>
                <a:spLocks noGrp="1" noRot="1" noChangeAspect="1" noMove="1" noResize="1" noEditPoints="1" noAdjustHandles="1" noChangeArrowheads="1" noChangeShapeType="1" noTextEdit="1"/>
              </p:cNvSpPr>
              <p:nvPr>
                <p:ph idx="1"/>
              </p:nvPr>
            </p:nvSpPr>
            <p:spPr>
              <a:blipFill>
                <a:blip r:embed="rId2"/>
                <a:stretch>
                  <a:fillRect l="-1278"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1F17A58-8AC8-40ED-8781-C2CF34BB3C9F}"/>
              </a:ext>
            </a:extLst>
          </p:cNvPr>
          <p:cNvSpPr>
            <a:spLocks noGrp="1"/>
          </p:cNvSpPr>
          <p:nvPr>
            <p:ph type="sldNum" sz="quarter" idx="10"/>
          </p:nvPr>
        </p:nvSpPr>
        <p:spPr/>
        <p:txBody>
          <a:bodyPr/>
          <a:lstStyle/>
          <a:p>
            <a:fld id="{1E375138-EC3A-4CD7-9071-7F7F50FC778A}" type="slidenum">
              <a:rPr lang="en-US" smtClean="0"/>
              <a:t>7</a:t>
            </a:fld>
            <a:endParaRPr lang="en-US"/>
          </a:p>
        </p:txBody>
      </p:sp>
      <mc:AlternateContent xmlns:mc="http://schemas.openxmlformats.org/markup-compatibility/2006">
        <mc:Choice xmlns:a14="http://schemas.microsoft.com/office/drawing/2010/main" Requires="a14">
          <p:graphicFrame>
            <p:nvGraphicFramePr>
              <p:cNvPr id="6" name="Table 7">
                <a:extLst>
                  <a:ext uri="{FF2B5EF4-FFF2-40B4-BE49-F238E27FC236}">
                    <a16:creationId xmlns:a16="http://schemas.microsoft.com/office/drawing/2014/main" id="{B507D8EB-D976-4736-8006-91251854AE30}"/>
                  </a:ext>
                </a:extLst>
              </p:cNvPr>
              <p:cNvGraphicFramePr>
                <a:graphicFrameLocks noGrp="1"/>
              </p:cNvGraphicFramePr>
              <p:nvPr>
                <p:extLst>
                  <p:ext uri="{D42A27DB-BD31-4B8C-83A1-F6EECF244321}">
                    <p14:modId xmlns:p14="http://schemas.microsoft.com/office/powerpoint/2010/main" val="1264712041"/>
                  </p:ext>
                </p:extLst>
              </p:nvPr>
            </p:nvGraphicFramePr>
            <p:xfrm>
              <a:off x="1353457" y="2441938"/>
              <a:ext cx="9485085" cy="3015108"/>
            </p:xfrm>
            <a:graphic>
              <a:graphicData uri="http://schemas.openxmlformats.org/drawingml/2006/table">
                <a:tbl>
                  <a:tblPr firstRow="1" bandRow="1">
                    <a:tableStyleId>{5C22544A-7EE6-4342-B048-85BDC9FD1C3A}</a:tableStyleId>
                  </a:tblPr>
                  <a:tblGrid>
                    <a:gridCol w="2648857">
                      <a:extLst>
                        <a:ext uri="{9D8B030D-6E8A-4147-A177-3AD203B41FA5}">
                          <a16:colId xmlns:a16="http://schemas.microsoft.com/office/drawing/2014/main" val="1122968132"/>
                        </a:ext>
                      </a:extLst>
                    </a:gridCol>
                    <a:gridCol w="4066903">
                      <a:extLst>
                        <a:ext uri="{9D8B030D-6E8A-4147-A177-3AD203B41FA5}">
                          <a16:colId xmlns:a16="http://schemas.microsoft.com/office/drawing/2014/main" val="3901705164"/>
                        </a:ext>
                      </a:extLst>
                    </a:gridCol>
                    <a:gridCol w="2769325">
                      <a:extLst>
                        <a:ext uri="{9D8B030D-6E8A-4147-A177-3AD203B41FA5}">
                          <a16:colId xmlns:a16="http://schemas.microsoft.com/office/drawing/2014/main" val="1531897509"/>
                        </a:ext>
                      </a:extLst>
                    </a:gridCol>
                  </a:tblGrid>
                  <a:tr h="370840">
                    <a:tc>
                      <a:txBody>
                        <a:bodyPr/>
                        <a:lstStyle/>
                        <a:p>
                          <a:endParaRPr lang="en-US" dirty="0"/>
                        </a:p>
                      </a:txBody>
                      <a:tcPr/>
                    </a:tc>
                    <a:tc>
                      <a:txBody>
                        <a:bodyPr/>
                        <a:lstStyle/>
                        <a:p>
                          <a:r>
                            <a:rPr lang="en-US" dirty="0"/>
                            <a:t>Basis function</a:t>
                          </a:r>
                        </a:p>
                      </a:txBody>
                      <a:tcPr/>
                    </a:tc>
                    <a:tc>
                      <a:txBody>
                        <a:bodyPr/>
                        <a:lstStyle/>
                        <a:p>
                          <a:r>
                            <a:rPr lang="en-US" dirty="0"/>
                            <a:t>Regression model</a:t>
                          </a:r>
                        </a:p>
                      </a:txBody>
                      <a:tcPr/>
                    </a:tc>
                    <a:extLst>
                      <a:ext uri="{0D108BD9-81ED-4DB2-BD59-A6C34878D82A}">
                        <a16:rowId xmlns:a16="http://schemas.microsoft.com/office/drawing/2014/main" val="4102659222"/>
                      </a:ext>
                    </a:extLst>
                  </a:tr>
                  <a:tr h="370840">
                    <a:tc>
                      <a:txBody>
                        <a:bodyPr/>
                        <a:lstStyle/>
                        <a:p>
                          <a:r>
                            <a:rPr lang="en-US" dirty="0"/>
                            <a:t>Linear regression</a:t>
                          </a:r>
                        </a:p>
                      </a:txBody>
                      <a:tcPr/>
                    </a:tc>
                    <a:tc>
                      <a:txBody>
                        <a:bodyPr/>
                        <a:lstStyle/>
                        <a:p>
                          <a:pPr algn="ctr"/>
                          <a14:m>
                            <m:oMath xmlns:m="http://schemas.openxmlformats.org/officeDocument/2006/math">
                              <m:r>
                                <a:rPr lang="en-US" i="1" smtClean="0">
                                  <a:latin typeface="Cambria Math" panose="02040503050406030204" pitchFamily="18" charset="0"/>
                                </a:rPr>
                                <m:t>𝜙</m:t>
                              </m:r>
                              <m:r>
                                <a:rPr lang="en-US" b="0" i="1" smtClean="0">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oMath>
                          </a14:m>
                          <a:r>
                            <a:rPr lang="en-US" dirty="0"/>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𝑦</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r>
                                  <a:rPr lang="en-US" i="1">
                                    <a:latin typeface="Cambria Math" panose="02040503050406030204" pitchFamily="18" charset="0"/>
                                  </a:rPr>
                                  <m:t>𝑥</m:t>
                                </m:r>
                              </m:oMath>
                            </m:oMathPara>
                          </a14:m>
                          <a:endParaRPr lang="en-US" b="0" dirty="0"/>
                        </a:p>
                      </a:txBody>
                      <a:tcPr/>
                    </a:tc>
                    <a:extLst>
                      <a:ext uri="{0D108BD9-81ED-4DB2-BD59-A6C34878D82A}">
                        <a16:rowId xmlns:a16="http://schemas.microsoft.com/office/drawing/2014/main" val="1306977144"/>
                      </a:ext>
                    </a:extLst>
                  </a:tr>
                  <a:tr h="370840">
                    <a:tc>
                      <a:txBody>
                        <a:bodyPr/>
                        <a:lstStyle/>
                        <a:p>
                          <a:r>
                            <a:rPr lang="en-US" dirty="0"/>
                            <a:t>Affine regression </a:t>
                          </a:r>
                        </a:p>
                      </a:txBody>
                      <a:tcPr/>
                    </a:tc>
                    <a:tc>
                      <a:txBody>
                        <a:bodyPr/>
                        <a:lstStyle/>
                        <a:p>
                          <a:pPr algn="ct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 </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b="0" dirty="0"/>
                            <a:t> </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𝑥</m:t>
                                </m:r>
                              </m:oMath>
                            </m:oMathPara>
                          </a14:m>
                          <a:endParaRPr lang="en-US" b="0" dirty="0"/>
                        </a:p>
                      </a:txBody>
                      <a:tcPr/>
                    </a:tc>
                    <a:extLst>
                      <a:ext uri="{0D108BD9-81ED-4DB2-BD59-A6C34878D82A}">
                        <a16:rowId xmlns:a16="http://schemas.microsoft.com/office/drawing/2014/main" val="4168333771"/>
                      </a:ext>
                    </a:extLst>
                  </a:tr>
                  <a:tr h="370840">
                    <a:tc>
                      <a:txBody>
                        <a:bodyPr/>
                        <a:lstStyle/>
                        <a:p>
                          <a:r>
                            <a:rPr lang="en-US" b="0" i="0" dirty="0">
                              <a:solidFill>
                                <a:srgbClr val="000000"/>
                              </a:solidFill>
                              <a:effectLst/>
                              <a:latin typeface="Helvetica Neue"/>
                            </a:rPr>
                            <a:t>Quadratic regression </a:t>
                          </a:r>
                          <a:endParaRPr lang="en-US" dirty="0"/>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538183660"/>
                      </a:ext>
                    </a:extLst>
                  </a:tr>
                  <a:tr h="370840">
                    <a:tc>
                      <a:txBody>
                        <a:bodyPr/>
                        <a:lstStyle/>
                        <a:p>
                          <a:r>
                            <a:rPr lang="en-US" dirty="0"/>
                            <a:t>Polynomial regression</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𝑘</m:t>
                                    </m:r>
                                  </m:sup>
                                </m:sSup>
                                <m:r>
                                  <a:rPr lang="en-US" b="0"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𝑙</m:t>
                                    </m:r>
                                    <m:r>
                                      <a:rPr lang="en-US" b="0" i="1" smtClean="0">
                                        <a:latin typeface="Cambria Math" panose="02040503050406030204" pitchFamily="18" charset="0"/>
                                      </a:rPr>
                                      <m:t>=0…</m:t>
                                    </m:r>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𝑙</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𝑙</m:t>
                                        </m:r>
                                      </m:sup>
                                    </m:sSup>
                                  </m:e>
                                </m:nary>
                              </m:oMath>
                            </m:oMathPara>
                          </a14:m>
                          <a:endParaRPr lang="en-US" dirty="0"/>
                        </a:p>
                      </a:txBody>
                      <a:tcPr/>
                    </a:tc>
                    <a:extLst>
                      <a:ext uri="{0D108BD9-81ED-4DB2-BD59-A6C34878D82A}">
                        <a16:rowId xmlns:a16="http://schemas.microsoft.com/office/drawing/2014/main" val="375660909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Fourier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2</m:t>
                                    </m:r>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2</m:t>
                                    </m:r>
                                    <m:r>
                                      <a:rPr lang="en-US" b="0" i="1" smtClean="0">
                                        <a:latin typeface="Cambria Math" panose="02040503050406030204" pitchFamily="18" charset="0"/>
                                      </a:rPr>
                                      <m:t>𝑥</m:t>
                                    </m:r>
                                    <m:r>
                                      <a:rPr lang="en-US" b="0" i="1" smtClean="0">
                                        <a:latin typeface="Cambria Math" panose="02040503050406030204" pitchFamily="18" charset="0"/>
                                      </a:rPr>
                                      <m:t>, …</m:t>
                                    </m:r>
                                  </m:e>
                                </m:func>
                                <m:r>
                                  <a:rPr lang="en-US" b="0" i="1" smtClean="0">
                                    <a:latin typeface="Cambria Math" panose="02040503050406030204" pitchFamily="18" charset="0"/>
                                  </a:rPr>
                                  <m:t>]</m:t>
                                </m:r>
                              </m:oMath>
                            </m:oMathPara>
                          </a14:m>
                          <a:endParaRPr lang="en-US" dirty="0"/>
                        </a:p>
                      </a:txBody>
                      <a:tcPr/>
                    </a:tc>
                    <a:tc>
                      <a:txBody>
                        <a:bodyPr/>
                        <a:lstStyle/>
                        <a:p>
                          <a:pPr/>
                          <a:endParaRPr lang="en-US" dirty="0"/>
                        </a:p>
                      </a:txBody>
                      <a:tcPr/>
                    </a:tc>
                    <a:extLst>
                      <a:ext uri="{0D108BD9-81ED-4DB2-BD59-A6C34878D82A}">
                        <a16:rowId xmlns:a16="http://schemas.microsoft.com/office/drawing/2014/main" val="393675325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Gaussian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e>
                                        </m:d>
                                      </m:e>
                                      <m:sup>
                                        <m:r>
                                          <a:rPr lang="en-US" b="0" i="1" smtClean="0">
                                            <a:latin typeface="Cambria Math" panose="02040503050406030204" pitchFamily="18" charset="0"/>
                                          </a:rPr>
                                          <m:t>2</m:t>
                                        </m:r>
                                      </m:sup>
                                    </m:sSup>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𝑘</m:t>
                                                </m:r>
                                              </m:sub>
                                            </m:sSub>
                                          </m:e>
                                        </m:d>
                                      </m:e>
                                      <m:sup>
                                        <m:r>
                                          <a:rPr lang="en-US" b="0" i="1" smtClean="0">
                                            <a:latin typeface="Cambria Math" panose="02040503050406030204" pitchFamily="18" charset="0"/>
                                          </a:rPr>
                                          <m:t>2</m:t>
                                        </m:r>
                                      </m:sup>
                                    </m:sSup>
                                  </m:sup>
                                </m:sSup>
                                <m:r>
                                  <a:rPr lang="en-US" b="0" i="1" smtClean="0">
                                    <a:latin typeface="Cambria Math" panose="02040503050406030204" pitchFamily="18" charset="0"/>
                                  </a:rPr>
                                  <m:t>]</m:t>
                                </m:r>
                              </m:oMath>
                            </m:oMathPara>
                          </a14:m>
                          <a:endParaRPr lang="en-US" dirty="0"/>
                        </a:p>
                      </a:txBody>
                      <a:tcPr/>
                    </a:tc>
                    <a:tc>
                      <a:txBody>
                        <a:bodyPr/>
                        <a:lstStyle/>
                        <a:p>
                          <a:pPr/>
                          <a:endParaRPr lang="en-US" dirty="0"/>
                        </a:p>
                      </a:txBody>
                      <a:tcPr/>
                    </a:tc>
                    <a:extLst>
                      <a:ext uri="{0D108BD9-81ED-4DB2-BD59-A6C34878D82A}">
                        <a16:rowId xmlns:a16="http://schemas.microsoft.com/office/drawing/2014/main" val="3608263195"/>
                      </a:ext>
                    </a:extLst>
                  </a:tr>
                </a:tbl>
              </a:graphicData>
            </a:graphic>
          </p:graphicFrame>
        </mc:Choice>
        <mc:Fallback>
          <p:graphicFrame>
            <p:nvGraphicFramePr>
              <p:cNvPr id="6" name="Table 7">
                <a:extLst>
                  <a:ext uri="{FF2B5EF4-FFF2-40B4-BE49-F238E27FC236}">
                    <a16:creationId xmlns:a16="http://schemas.microsoft.com/office/drawing/2014/main" id="{B507D8EB-D976-4736-8006-91251854AE30}"/>
                  </a:ext>
                </a:extLst>
              </p:cNvPr>
              <p:cNvGraphicFramePr>
                <a:graphicFrameLocks noGrp="1"/>
              </p:cNvGraphicFramePr>
              <p:nvPr>
                <p:extLst>
                  <p:ext uri="{D42A27DB-BD31-4B8C-83A1-F6EECF244321}">
                    <p14:modId xmlns:p14="http://schemas.microsoft.com/office/powerpoint/2010/main" val="1264712041"/>
                  </p:ext>
                </p:extLst>
              </p:nvPr>
            </p:nvGraphicFramePr>
            <p:xfrm>
              <a:off x="1353457" y="2441938"/>
              <a:ext cx="9485085" cy="3015108"/>
            </p:xfrm>
            <a:graphic>
              <a:graphicData uri="http://schemas.openxmlformats.org/drawingml/2006/table">
                <a:tbl>
                  <a:tblPr firstRow="1" bandRow="1">
                    <a:tableStyleId>{5C22544A-7EE6-4342-B048-85BDC9FD1C3A}</a:tableStyleId>
                  </a:tblPr>
                  <a:tblGrid>
                    <a:gridCol w="2648857">
                      <a:extLst>
                        <a:ext uri="{9D8B030D-6E8A-4147-A177-3AD203B41FA5}">
                          <a16:colId xmlns:a16="http://schemas.microsoft.com/office/drawing/2014/main" val="1122968132"/>
                        </a:ext>
                      </a:extLst>
                    </a:gridCol>
                    <a:gridCol w="4066903">
                      <a:extLst>
                        <a:ext uri="{9D8B030D-6E8A-4147-A177-3AD203B41FA5}">
                          <a16:colId xmlns:a16="http://schemas.microsoft.com/office/drawing/2014/main" val="3901705164"/>
                        </a:ext>
                      </a:extLst>
                    </a:gridCol>
                    <a:gridCol w="2769325">
                      <a:extLst>
                        <a:ext uri="{9D8B030D-6E8A-4147-A177-3AD203B41FA5}">
                          <a16:colId xmlns:a16="http://schemas.microsoft.com/office/drawing/2014/main" val="1531897509"/>
                        </a:ext>
                      </a:extLst>
                    </a:gridCol>
                  </a:tblGrid>
                  <a:tr h="370840">
                    <a:tc>
                      <a:txBody>
                        <a:bodyPr/>
                        <a:lstStyle/>
                        <a:p>
                          <a:endParaRPr lang="en-US" dirty="0"/>
                        </a:p>
                      </a:txBody>
                      <a:tcPr/>
                    </a:tc>
                    <a:tc>
                      <a:txBody>
                        <a:bodyPr/>
                        <a:lstStyle/>
                        <a:p>
                          <a:r>
                            <a:rPr lang="en-US" dirty="0"/>
                            <a:t>Basis function</a:t>
                          </a:r>
                        </a:p>
                      </a:txBody>
                      <a:tcPr/>
                    </a:tc>
                    <a:tc>
                      <a:txBody>
                        <a:bodyPr/>
                        <a:lstStyle/>
                        <a:p>
                          <a:r>
                            <a:rPr lang="en-US" dirty="0"/>
                            <a:t>Regression model</a:t>
                          </a:r>
                        </a:p>
                      </a:txBody>
                      <a:tcPr/>
                    </a:tc>
                    <a:extLst>
                      <a:ext uri="{0D108BD9-81ED-4DB2-BD59-A6C34878D82A}">
                        <a16:rowId xmlns:a16="http://schemas.microsoft.com/office/drawing/2014/main" val="4102659222"/>
                      </a:ext>
                    </a:extLst>
                  </a:tr>
                  <a:tr h="370840">
                    <a:tc>
                      <a:txBody>
                        <a:bodyPr/>
                        <a:lstStyle/>
                        <a:p>
                          <a:r>
                            <a:rPr lang="en-US" dirty="0"/>
                            <a:t>Linear regression</a:t>
                          </a:r>
                        </a:p>
                      </a:txBody>
                      <a:tcPr/>
                    </a:tc>
                    <a:tc>
                      <a:txBody>
                        <a:bodyPr/>
                        <a:lstStyle/>
                        <a:p>
                          <a:endParaRPr lang="en-US"/>
                        </a:p>
                      </a:txBody>
                      <a:tcPr>
                        <a:blipFill>
                          <a:blip r:embed="rId3"/>
                          <a:stretch>
                            <a:fillRect l="-65517" t="-106557" r="-68816" b="-629508"/>
                          </a:stretch>
                        </a:blipFill>
                      </a:tcPr>
                    </a:tc>
                    <a:tc>
                      <a:txBody>
                        <a:bodyPr/>
                        <a:lstStyle/>
                        <a:p>
                          <a:endParaRPr lang="en-US"/>
                        </a:p>
                      </a:txBody>
                      <a:tcPr>
                        <a:blipFill>
                          <a:blip r:embed="rId3"/>
                          <a:stretch>
                            <a:fillRect l="-243172" t="-106557" r="-1101" b="-629508"/>
                          </a:stretch>
                        </a:blipFill>
                      </a:tcPr>
                    </a:tc>
                    <a:extLst>
                      <a:ext uri="{0D108BD9-81ED-4DB2-BD59-A6C34878D82A}">
                        <a16:rowId xmlns:a16="http://schemas.microsoft.com/office/drawing/2014/main" val="1306977144"/>
                      </a:ext>
                    </a:extLst>
                  </a:tr>
                  <a:tr h="370840">
                    <a:tc>
                      <a:txBody>
                        <a:bodyPr/>
                        <a:lstStyle/>
                        <a:p>
                          <a:r>
                            <a:rPr lang="en-US" dirty="0"/>
                            <a:t>Affine regression </a:t>
                          </a:r>
                        </a:p>
                      </a:txBody>
                      <a:tcPr/>
                    </a:tc>
                    <a:tc>
                      <a:txBody>
                        <a:bodyPr/>
                        <a:lstStyle/>
                        <a:p>
                          <a:endParaRPr lang="en-US"/>
                        </a:p>
                      </a:txBody>
                      <a:tcPr>
                        <a:blipFill>
                          <a:blip r:embed="rId3"/>
                          <a:stretch>
                            <a:fillRect l="-65517" t="-206557" r="-68816" b="-529508"/>
                          </a:stretch>
                        </a:blipFill>
                      </a:tcPr>
                    </a:tc>
                    <a:tc>
                      <a:txBody>
                        <a:bodyPr/>
                        <a:lstStyle/>
                        <a:p>
                          <a:endParaRPr lang="en-US"/>
                        </a:p>
                      </a:txBody>
                      <a:tcPr>
                        <a:blipFill>
                          <a:blip r:embed="rId3"/>
                          <a:stretch>
                            <a:fillRect l="-243172" t="-206557" r="-1101" b="-529508"/>
                          </a:stretch>
                        </a:blipFill>
                      </a:tcPr>
                    </a:tc>
                    <a:extLst>
                      <a:ext uri="{0D108BD9-81ED-4DB2-BD59-A6C34878D82A}">
                        <a16:rowId xmlns:a16="http://schemas.microsoft.com/office/drawing/2014/main" val="4168333771"/>
                      </a:ext>
                    </a:extLst>
                  </a:tr>
                  <a:tr h="370840">
                    <a:tc>
                      <a:txBody>
                        <a:bodyPr/>
                        <a:lstStyle/>
                        <a:p>
                          <a:r>
                            <a:rPr lang="en-US" b="0" i="0" dirty="0">
                              <a:solidFill>
                                <a:srgbClr val="000000"/>
                              </a:solidFill>
                              <a:effectLst/>
                              <a:latin typeface="Helvetica Neue"/>
                            </a:rPr>
                            <a:t>Quadratic regression </a:t>
                          </a:r>
                          <a:endParaRPr lang="en-US" dirty="0"/>
                        </a:p>
                      </a:txBody>
                      <a:tcPr/>
                    </a:tc>
                    <a:tc>
                      <a:txBody>
                        <a:bodyPr/>
                        <a:lstStyle/>
                        <a:p>
                          <a:endParaRPr lang="en-US"/>
                        </a:p>
                      </a:txBody>
                      <a:tcPr>
                        <a:blipFill>
                          <a:blip r:embed="rId3"/>
                          <a:stretch>
                            <a:fillRect l="-65517" t="-306557" r="-68816" b="-429508"/>
                          </a:stretch>
                        </a:blipFill>
                      </a:tcPr>
                    </a:tc>
                    <a:tc>
                      <a:txBody>
                        <a:bodyPr/>
                        <a:lstStyle/>
                        <a:p>
                          <a:endParaRPr lang="en-US"/>
                        </a:p>
                      </a:txBody>
                      <a:tcPr>
                        <a:blipFill>
                          <a:blip r:embed="rId3"/>
                          <a:stretch>
                            <a:fillRect l="-243172" t="-306557" r="-1101" b="-429508"/>
                          </a:stretch>
                        </a:blipFill>
                      </a:tcPr>
                    </a:tc>
                    <a:extLst>
                      <a:ext uri="{0D108BD9-81ED-4DB2-BD59-A6C34878D82A}">
                        <a16:rowId xmlns:a16="http://schemas.microsoft.com/office/drawing/2014/main" val="538183660"/>
                      </a:ext>
                    </a:extLst>
                  </a:tr>
                  <a:tr h="757365">
                    <a:tc>
                      <a:txBody>
                        <a:bodyPr/>
                        <a:lstStyle/>
                        <a:p>
                          <a:r>
                            <a:rPr lang="en-US" dirty="0"/>
                            <a:t>Polynomial regression</a:t>
                          </a:r>
                        </a:p>
                      </a:txBody>
                      <a:tcPr/>
                    </a:tc>
                    <a:tc>
                      <a:txBody>
                        <a:bodyPr/>
                        <a:lstStyle/>
                        <a:p>
                          <a:endParaRPr lang="en-US"/>
                        </a:p>
                      </a:txBody>
                      <a:tcPr>
                        <a:blipFill>
                          <a:blip r:embed="rId3"/>
                          <a:stretch>
                            <a:fillRect l="-65517" t="-198400" r="-68816" b="-109600"/>
                          </a:stretch>
                        </a:blipFill>
                      </a:tcPr>
                    </a:tc>
                    <a:tc>
                      <a:txBody>
                        <a:bodyPr/>
                        <a:lstStyle/>
                        <a:p>
                          <a:endParaRPr lang="en-US"/>
                        </a:p>
                      </a:txBody>
                      <a:tcPr>
                        <a:blipFill>
                          <a:blip r:embed="rId3"/>
                          <a:stretch>
                            <a:fillRect l="-243172" t="-198400" r="-1101" b="-109600"/>
                          </a:stretch>
                        </a:blipFill>
                      </a:tcPr>
                    </a:tc>
                    <a:extLst>
                      <a:ext uri="{0D108BD9-81ED-4DB2-BD59-A6C34878D82A}">
                        <a16:rowId xmlns:a16="http://schemas.microsoft.com/office/drawing/2014/main" val="375660909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Fourier</a:t>
                          </a:r>
                        </a:p>
                      </a:txBody>
                      <a:tcPr/>
                    </a:tc>
                    <a:tc>
                      <a:txBody>
                        <a:bodyPr/>
                        <a:lstStyle/>
                        <a:p>
                          <a:endParaRPr lang="en-US"/>
                        </a:p>
                      </a:txBody>
                      <a:tcPr>
                        <a:blipFill>
                          <a:blip r:embed="rId3"/>
                          <a:stretch>
                            <a:fillRect l="-65517" t="-611475" r="-68816" b="-124590"/>
                          </a:stretch>
                        </a:blipFill>
                      </a:tcPr>
                    </a:tc>
                    <a:tc>
                      <a:txBody>
                        <a:bodyPr/>
                        <a:lstStyle/>
                        <a:p>
                          <a:pPr/>
                          <a:endParaRPr lang="en-US" dirty="0"/>
                        </a:p>
                      </a:txBody>
                      <a:tcPr/>
                    </a:tc>
                    <a:extLst>
                      <a:ext uri="{0D108BD9-81ED-4DB2-BD59-A6C34878D82A}">
                        <a16:rowId xmlns:a16="http://schemas.microsoft.com/office/drawing/2014/main" val="3936753257"/>
                      </a:ext>
                    </a:extLst>
                  </a:tr>
                  <a:tr h="40354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Gaussian</a:t>
                          </a:r>
                        </a:p>
                      </a:txBody>
                      <a:tcPr/>
                    </a:tc>
                    <a:tc>
                      <a:txBody>
                        <a:bodyPr/>
                        <a:lstStyle/>
                        <a:p>
                          <a:endParaRPr lang="en-US"/>
                        </a:p>
                      </a:txBody>
                      <a:tcPr>
                        <a:blipFill>
                          <a:blip r:embed="rId3"/>
                          <a:stretch>
                            <a:fillRect l="-65517" t="-657576" r="-68816" b="-15152"/>
                          </a:stretch>
                        </a:blipFill>
                      </a:tcPr>
                    </a:tc>
                    <a:tc>
                      <a:txBody>
                        <a:bodyPr/>
                        <a:lstStyle/>
                        <a:p>
                          <a:pPr/>
                          <a:endParaRPr lang="en-US" dirty="0"/>
                        </a:p>
                      </a:txBody>
                      <a:tcPr/>
                    </a:tc>
                    <a:extLst>
                      <a:ext uri="{0D108BD9-81ED-4DB2-BD59-A6C34878D82A}">
                        <a16:rowId xmlns:a16="http://schemas.microsoft.com/office/drawing/2014/main" val="3608263195"/>
                      </a:ext>
                    </a:extLst>
                  </a:tr>
                </a:tbl>
              </a:graphicData>
            </a:graphic>
          </p:graphicFrame>
        </mc:Fallback>
      </mc:AlternateContent>
    </p:spTree>
    <p:extLst>
      <p:ext uri="{BB962C8B-B14F-4D97-AF65-F5344CB8AC3E}">
        <p14:creationId xmlns:p14="http://schemas.microsoft.com/office/powerpoint/2010/main" val="79736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3C47B8-7F01-ADFB-ED70-B2B52DF5FAB5}"/>
              </a:ext>
            </a:extLst>
          </p:cNvPr>
          <p:cNvSpPr>
            <a:spLocks noGrp="1"/>
          </p:cNvSpPr>
          <p:nvPr>
            <p:ph type="title"/>
          </p:nvPr>
        </p:nvSpPr>
        <p:spPr/>
        <p:txBody>
          <a:bodyPr>
            <a:normAutofit/>
          </a:bodyPr>
          <a:lstStyle/>
          <a:p>
            <a:r>
              <a:rPr lang="en-US" dirty="0"/>
              <a:t>Exercise: write out the basis function</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520A94A2-5DF7-1AF4-9C11-031A6F7CD47E}"/>
                  </a:ext>
                </a:extLst>
              </p:cNvPr>
              <p:cNvSpPr>
                <a:spLocks noGrp="1"/>
              </p:cNvSpPr>
              <p:nvPr>
                <p:ph sz="half" idx="1"/>
              </p:nvPr>
            </p:nvSpPr>
            <p:spPr>
              <a:xfrm>
                <a:off x="609599" y="1600201"/>
                <a:ext cx="5730815" cy="4525963"/>
              </a:xfrm>
            </p:spPr>
            <p:txBody>
              <a:bodyPr>
                <a:normAutofit/>
              </a:bodyPr>
              <a:lstStyle/>
              <a:p>
                <a:r>
                  <a:rPr lang="en-US" dirty="0"/>
                  <a:t>Data: </a:t>
                </a:r>
              </a:p>
              <a:p>
                <a:pPr lvl="1"/>
                <a:r>
                  <a:rPr lang="en-US" dirty="0"/>
                  <a:t>Features: strings of words </a:t>
                </a:r>
                <a14:m>
                  <m:oMath xmlns:m="http://schemas.openxmlformats.org/officeDocument/2006/math">
                    <m:r>
                      <a:rPr lang="en-US" b="0" i="1" smtClean="0">
                        <a:latin typeface="Cambria Math" panose="02040503050406030204" pitchFamily="18" charset="0"/>
                      </a:rPr>
                      <m:t>𝑆</m:t>
                    </m:r>
                  </m:oMath>
                </a14:m>
                <a:endParaRPr lang="en-US" dirty="0"/>
              </a:p>
              <a:p>
                <a:pPr lvl="1"/>
                <a:r>
                  <a:rPr lang="en-US" dirty="0"/>
                  <a:t>Target: positive or negative sentiment</a:t>
                </a:r>
              </a:p>
              <a:p>
                <a:r>
                  <a:rPr lang="en-US" dirty="0"/>
                  <a:t>Model a sequence of score </a:t>
                </a:r>
                <a14:m>
                  <m:oMath xmlns:m="http://schemas.openxmlformats.org/officeDocument/2006/math">
                    <m:r>
                      <a:rPr lang="en-US" i="1" dirty="0" smtClean="0">
                        <a:latin typeface="Cambria Math" panose="02040503050406030204" pitchFamily="18" charset="0"/>
                      </a:rPr>
                      <m:t>𝑤</m:t>
                    </m:r>
                  </m:oMath>
                </a14:m>
                <a:r>
                  <a:rPr lang="en-US" dirty="0"/>
                  <a:t>:</a:t>
                </a:r>
                <a:br>
                  <a:rPr lang="en-US" dirty="0"/>
                </a:b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𝑆</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e>
                    </m:nary>
                  </m:oMath>
                </a14:m>
                <a:endParaRPr lang="en-US" dirty="0"/>
              </a:p>
            </p:txBody>
          </p:sp>
        </mc:Choice>
        <mc:Fallback>
          <p:sp>
            <p:nvSpPr>
              <p:cNvPr id="7" name="Content Placeholder 6">
                <a:extLst>
                  <a:ext uri="{FF2B5EF4-FFF2-40B4-BE49-F238E27FC236}">
                    <a16:creationId xmlns:a16="http://schemas.microsoft.com/office/drawing/2014/main" id="{520A94A2-5DF7-1AF4-9C11-031A6F7CD47E}"/>
                  </a:ext>
                </a:extLst>
              </p:cNvPr>
              <p:cNvSpPr>
                <a:spLocks noGrp="1" noRot="1" noChangeAspect="1" noMove="1" noResize="1" noEditPoints="1" noAdjustHandles="1" noChangeArrowheads="1" noChangeShapeType="1" noTextEdit="1"/>
              </p:cNvSpPr>
              <p:nvPr>
                <p:ph sz="half" idx="1"/>
              </p:nvPr>
            </p:nvSpPr>
            <p:spPr>
              <a:xfrm>
                <a:off x="609599" y="1600201"/>
                <a:ext cx="5730815" cy="4525963"/>
              </a:xfrm>
              <a:blipFill>
                <a:blip r:embed="rId2"/>
                <a:stretch>
                  <a:fillRect l="-1915" t="-134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69D6F90-EF67-0570-BAA9-6B13C83B055F}"/>
              </a:ext>
            </a:extLst>
          </p:cNvPr>
          <p:cNvSpPr>
            <a:spLocks noGrp="1"/>
          </p:cNvSpPr>
          <p:nvPr>
            <p:ph type="sldNum" sz="quarter" idx="10"/>
          </p:nvPr>
        </p:nvSpPr>
        <p:spPr/>
        <p:txBody>
          <a:bodyPr/>
          <a:lstStyle/>
          <a:p>
            <a:fld id="{1E375138-EC3A-4CD7-9071-7F7F50FC778A}" type="slidenum">
              <a:rPr lang="en-US" smtClean="0"/>
              <a:t>8</a:t>
            </a:fld>
            <a:endParaRPr lang="en-US"/>
          </a:p>
        </p:txBody>
      </p:sp>
      <p:pic>
        <p:nvPicPr>
          <p:cNvPr id="11" name="Content Placeholder 7">
            <a:extLst>
              <a:ext uri="{FF2B5EF4-FFF2-40B4-BE49-F238E27FC236}">
                <a16:creationId xmlns:a16="http://schemas.microsoft.com/office/drawing/2014/main" id="{0514FF32-D3C2-1159-3E6C-F2AF9A01AEBB}"/>
              </a:ext>
            </a:extLst>
          </p:cNvPr>
          <p:cNvPicPr>
            <a:picLocks noGrp="1" noChangeAspect="1"/>
          </p:cNvPicPr>
          <p:nvPr>
            <p:ph sz="half" idx="2"/>
          </p:nvPr>
        </p:nvPicPr>
        <p:blipFill>
          <a:blip r:embed="rId3"/>
          <a:stretch>
            <a:fillRect/>
          </a:stretch>
        </p:blipFill>
        <p:spPr>
          <a:xfrm>
            <a:off x="7823200" y="2172494"/>
            <a:ext cx="2133600" cy="3381375"/>
          </a:xfrm>
          <a:prstGeom prst="rect">
            <a:avLst/>
          </a:prstGeom>
        </p:spPr>
      </p:pic>
    </p:spTree>
    <p:extLst>
      <p:ext uri="{BB962C8B-B14F-4D97-AF65-F5344CB8AC3E}">
        <p14:creationId xmlns:p14="http://schemas.microsoft.com/office/powerpoint/2010/main" val="3561305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3B8-3F5A-D9DF-3F01-A5E2EEAC8443}"/>
              </a:ext>
            </a:extLst>
          </p:cNvPr>
          <p:cNvSpPr>
            <a:spLocks noGrp="1"/>
          </p:cNvSpPr>
          <p:nvPr>
            <p:ph type="title"/>
          </p:nvPr>
        </p:nvSpPr>
        <p:spPr/>
        <p:txBody>
          <a:bodyPr>
            <a:normAutofit/>
          </a:bodyPr>
          <a:lstStyle/>
          <a:p>
            <a:r>
              <a:rPr lang="en-US" dirty="0"/>
              <a:t>Exercise: What It Means to Learn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7395C-BCD3-3D66-FAE6-69BD2EF376AE}"/>
                  </a:ext>
                </a:extLst>
              </p:cNvPr>
              <p:cNvSpPr>
                <a:spLocks noGrp="1"/>
              </p:cNvSpPr>
              <p:nvPr>
                <p:ph idx="1"/>
              </p:nvPr>
            </p:nvSpPr>
            <p:spPr/>
            <p:txBody>
              <a:bodyPr>
                <a:normAutofit lnSpcReduction="10000"/>
              </a:bodyPr>
              <a:lstStyle/>
              <a:p>
                <a:r>
                  <a:rPr lang="en-US" dirty="0"/>
                  <a:t>Suppose we are studying the relationship between the following quantities for the population of GMU students: </a:t>
                </a:r>
              </a:p>
              <a:p>
                <a:pPr lvl="1"/>
                <a:r>
                  <a:rPr lang="en-US" dirty="0"/>
                  <a:t>height (H), </a:t>
                </a:r>
              </a:p>
              <a:p>
                <a:pPr lvl="1"/>
                <a:r>
                  <a:rPr lang="en-US" dirty="0"/>
                  <a:t>number of exercise hours per week (E), </a:t>
                </a:r>
              </a:p>
              <a:p>
                <a:pPr lvl="1"/>
                <a:r>
                  <a:rPr lang="en-US" dirty="0"/>
                  <a:t>amount of calories consumed per week (C), </a:t>
                </a:r>
              </a:p>
              <a:p>
                <a:pPr lvl="1"/>
                <a:r>
                  <a:rPr lang="en-US" dirty="0"/>
                  <a:t>and weight (W). </a:t>
                </a:r>
              </a:p>
              <a:p>
                <a:pPr marL="457200" lvl="1" indent="0">
                  <a:buNone/>
                </a:pPr>
                <a:r>
                  <a:rPr lang="en-US" dirty="0"/>
                  <a:t>After collecting information from 200 randomly sampled students, we perform a linear regression and get </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=50+</m:t>
                      </m:r>
                      <m:r>
                        <a:rPr lang="en-US" i="1" dirty="0" smtClean="0">
                          <a:latin typeface="Cambria Math" panose="02040503050406030204" pitchFamily="18" charset="0"/>
                        </a:rPr>
                        <m:t>𝐻</m:t>
                      </m:r>
                      <m:r>
                        <a:rPr lang="en-US" i="1" dirty="0" smtClean="0">
                          <a:latin typeface="Cambria Math" panose="02040503050406030204" pitchFamily="18" charset="0"/>
                        </a:rPr>
                        <m:t>+0.1</m:t>
                      </m:r>
                      <m:r>
                        <a:rPr lang="en-US" i="1" dirty="0" smtClean="0">
                          <a:latin typeface="Cambria Math" panose="02040503050406030204" pitchFamily="18" charset="0"/>
                        </a:rPr>
                        <m:t>𝐶</m:t>
                      </m:r>
                      <m:r>
                        <a:rPr lang="en-US" i="1" dirty="0" smtClean="0">
                          <a:latin typeface="Cambria Math" panose="02040503050406030204" pitchFamily="18" charset="0"/>
                        </a:rPr>
                        <m:t>−4</m:t>
                      </m:r>
                      <m:r>
                        <a:rPr lang="en-US" i="1" dirty="0" smtClean="0">
                          <a:latin typeface="Cambria Math" panose="02040503050406030204" pitchFamily="18" charset="0"/>
                        </a:rPr>
                        <m:t>𝐸</m:t>
                      </m:r>
                    </m:oMath>
                  </m:oMathPara>
                </a14:m>
                <a:endParaRPr lang="en-US" dirty="0"/>
              </a:p>
            </p:txBody>
          </p:sp>
        </mc:Choice>
        <mc:Fallback>
          <p:sp>
            <p:nvSpPr>
              <p:cNvPr id="3" name="Content Placeholder 2">
                <a:extLst>
                  <a:ext uri="{FF2B5EF4-FFF2-40B4-BE49-F238E27FC236}">
                    <a16:creationId xmlns:a16="http://schemas.microsoft.com/office/drawing/2014/main" id="{6267395C-BCD3-3D66-FAE6-69BD2EF376AE}"/>
                  </a:ext>
                </a:extLst>
              </p:cNvPr>
              <p:cNvSpPr>
                <a:spLocks noGrp="1" noRot="1" noChangeAspect="1" noMove="1" noResize="1" noEditPoints="1" noAdjustHandles="1" noChangeArrowheads="1" noChangeShapeType="1" noTextEdit="1"/>
              </p:cNvSpPr>
              <p:nvPr>
                <p:ph idx="1"/>
              </p:nvPr>
            </p:nvSpPr>
            <p:spPr>
              <a:blipFill>
                <a:blip r:embed="rId2"/>
                <a:stretch>
                  <a:fillRect l="-1278" t="-260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DF9384-DA50-D5A2-A7D7-5B07E86E20E1}"/>
              </a:ext>
            </a:extLst>
          </p:cNvPr>
          <p:cNvSpPr>
            <a:spLocks noGrp="1"/>
          </p:cNvSpPr>
          <p:nvPr>
            <p:ph type="sldNum" sz="quarter" idx="10"/>
          </p:nvPr>
        </p:nvSpPr>
        <p:spPr/>
        <p:txBody>
          <a:bodyPr/>
          <a:lstStyle/>
          <a:p>
            <a:fld id="{1E375138-EC3A-4CD7-9071-7F7F50FC778A}" type="slidenum">
              <a:rPr lang="en-US" smtClean="0"/>
              <a:t>9</a:t>
            </a:fld>
            <a:endParaRPr lang="en-US"/>
          </a:p>
        </p:txBody>
      </p:sp>
    </p:spTree>
    <p:extLst>
      <p:ext uri="{BB962C8B-B14F-4D97-AF65-F5344CB8AC3E}">
        <p14:creationId xmlns:p14="http://schemas.microsoft.com/office/powerpoint/2010/main" val="1021959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3B8-3F5A-D9DF-3F01-A5E2EEAC8443}"/>
              </a:ext>
            </a:extLst>
          </p:cNvPr>
          <p:cNvSpPr>
            <a:spLocks noGrp="1"/>
          </p:cNvSpPr>
          <p:nvPr>
            <p:ph type="title"/>
          </p:nvPr>
        </p:nvSpPr>
        <p:spPr/>
        <p:txBody>
          <a:bodyPr>
            <a:normAutofit/>
          </a:bodyPr>
          <a:lstStyle/>
          <a:p>
            <a:r>
              <a:rPr lang="en-US" dirty="0"/>
              <a:t>Exercise: What It Means to Learn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7395C-BCD3-3D66-FAE6-69BD2EF376AE}"/>
                  </a:ext>
                </a:extLst>
              </p:cNvPr>
              <p:cNvSpPr>
                <a:spLocks noGrp="1"/>
              </p:cNvSpPr>
              <p:nvPr>
                <p:ph idx="1"/>
              </p:nvPr>
            </p:nvSpPr>
            <p:spPr/>
            <p:txBody>
              <a:bodyPr>
                <a:normAutofit/>
              </a:bodyPr>
              <a:lstStyle/>
              <a:p>
                <a:pPr marL="0" indent="0">
                  <a:buNone/>
                </a:pPr>
                <a:r>
                  <a:rPr lang="en-US" dirty="0"/>
                  <a:t>After collecting information from 200 randomly sampled students, we perform a linear regression and get </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=50+</m:t>
                      </m:r>
                      <m:r>
                        <a:rPr lang="en-US" i="1" dirty="0" smtClean="0">
                          <a:latin typeface="Cambria Math" panose="02040503050406030204" pitchFamily="18" charset="0"/>
                        </a:rPr>
                        <m:t>𝐻</m:t>
                      </m:r>
                      <m:r>
                        <a:rPr lang="en-US" i="1" dirty="0" smtClean="0">
                          <a:latin typeface="Cambria Math" panose="02040503050406030204" pitchFamily="18" charset="0"/>
                        </a:rPr>
                        <m:t>+0.1</m:t>
                      </m:r>
                      <m:r>
                        <a:rPr lang="en-US" i="1" dirty="0" smtClean="0">
                          <a:latin typeface="Cambria Math" panose="02040503050406030204" pitchFamily="18" charset="0"/>
                        </a:rPr>
                        <m:t>𝐶</m:t>
                      </m:r>
                      <m:r>
                        <a:rPr lang="en-US" i="1" dirty="0" smtClean="0">
                          <a:latin typeface="Cambria Math" panose="02040503050406030204" pitchFamily="18" charset="0"/>
                        </a:rPr>
                        <m:t>−4</m:t>
                      </m:r>
                      <m:r>
                        <a:rPr lang="en-US" i="1" dirty="0" smtClean="0">
                          <a:latin typeface="Cambria Math" panose="02040503050406030204" pitchFamily="18" charset="0"/>
                        </a:rPr>
                        <m:t>𝐸</m:t>
                      </m:r>
                    </m:oMath>
                  </m:oMathPara>
                </a14:m>
                <a:br>
                  <a:rPr lang="en-US" dirty="0"/>
                </a:br>
                <a:endParaRPr lang="en-US" dirty="0"/>
              </a:p>
              <a:p>
                <a:r>
                  <a:rPr lang="en-US" dirty="0"/>
                  <a:t>Alice was one of the students in the study, but the prediction of the model is very off of her actual value (squared error is 300). Does this prove the model wrong?</a:t>
                </a:r>
              </a:p>
            </p:txBody>
          </p:sp>
        </mc:Choice>
        <mc:Fallback>
          <p:sp>
            <p:nvSpPr>
              <p:cNvPr id="3" name="Content Placeholder 2">
                <a:extLst>
                  <a:ext uri="{FF2B5EF4-FFF2-40B4-BE49-F238E27FC236}">
                    <a16:creationId xmlns:a16="http://schemas.microsoft.com/office/drawing/2014/main" id="{6267395C-BCD3-3D66-FAE6-69BD2EF376AE}"/>
                  </a:ext>
                </a:extLst>
              </p:cNvPr>
              <p:cNvSpPr>
                <a:spLocks noGrp="1" noRot="1" noChangeAspect="1" noMove="1" noResize="1" noEditPoints="1" noAdjustHandles="1" noChangeArrowheads="1" noChangeShapeType="1" noTextEdit="1"/>
              </p:cNvSpPr>
              <p:nvPr>
                <p:ph idx="1"/>
              </p:nvPr>
            </p:nvSpPr>
            <p:spPr>
              <a:blipFill>
                <a:blip r:embed="rId2"/>
                <a:stretch>
                  <a:fillRect l="-1389"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DF9384-DA50-D5A2-A7D7-5B07E86E20E1}"/>
              </a:ext>
            </a:extLst>
          </p:cNvPr>
          <p:cNvSpPr>
            <a:spLocks noGrp="1"/>
          </p:cNvSpPr>
          <p:nvPr>
            <p:ph type="sldNum" sz="quarter" idx="10"/>
          </p:nvPr>
        </p:nvSpPr>
        <p:spPr/>
        <p:txBody>
          <a:bodyPr/>
          <a:lstStyle/>
          <a:p>
            <a:fld id="{1E375138-EC3A-4CD7-9071-7F7F50FC778A}" type="slidenum">
              <a:rPr lang="en-US" smtClean="0"/>
              <a:t>10</a:t>
            </a:fld>
            <a:endParaRPr lang="en-US"/>
          </a:p>
        </p:txBody>
      </p:sp>
    </p:spTree>
    <p:extLst>
      <p:ext uri="{BB962C8B-B14F-4D97-AF65-F5344CB8AC3E}">
        <p14:creationId xmlns:p14="http://schemas.microsoft.com/office/powerpoint/2010/main" val="581671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3B8-3F5A-D9DF-3F01-A5E2EEAC8443}"/>
              </a:ext>
            </a:extLst>
          </p:cNvPr>
          <p:cNvSpPr>
            <a:spLocks noGrp="1"/>
          </p:cNvSpPr>
          <p:nvPr>
            <p:ph type="title"/>
          </p:nvPr>
        </p:nvSpPr>
        <p:spPr/>
        <p:txBody>
          <a:bodyPr>
            <a:normAutofit/>
          </a:bodyPr>
          <a:lstStyle/>
          <a:p>
            <a:r>
              <a:rPr lang="en-US" dirty="0"/>
              <a:t>Exercise: What It Means to Learn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7395C-BCD3-3D66-FAE6-69BD2EF376AE}"/>
                  </a:ext>
                </a:extLst>
              </p:cNvPr>
              <p:cNvSpPr>
                <a:spLocks noGrp="1"/>
              </p:cNvSpPr>
              <p:nvPr>
                <p:ph idx="1"/>
              </p:nvPr>
            </p:nvSpPr>
            <p:spPr/>
            <p:txBody>
              <a:bodyPr>
                <a:normAutofit/>
              </a:bodyPr>
              <a:lstStyle/>
              <a:p>
                <a:pPr marL="0" indent="0">
                  <a:buNone/>
                </a:pPr>
                <a:r>
                  <a:rPr lang="en-US" dirty="0"/>
                  <a:t>After collecting information from 200 randomly sampled students, we perform a linear regression and get </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=50+</m:t>
                      </m:r>
                      <m:r>
                        <a:rPr lang="en-US" i="1" dirty="0" smtClean="0">
                          <a:latin typeface="Cambria Math" panose="02040503050406030204" pitchFamily="18" charset="0"/>
                        </a:rPr>
                        <m:t>𝐻</m:t>
                      </m:r>
                      <m:r>
                        <a:rPr lang="en-US" i="1" dirty="0" smtClean="0">
                          <a:latin typeface="Cambria Math" panose="02040503050406030204" pitchFamily="18" charset="0"/>
                        </a:rPr>
                        <m:t>+0.1</m:t>
                      </m:r>
                      <m:r>
                        <a:rPr lang="en-US" i="1" dirty="0" smtClean="0">
                          <a:latin typeface="Cambria Math" panose="02040503050406030204" pitchFamily="18" charset="0"/>
                        </a:rPr>
                        <m:t>𝐶</m:t>
                      </m:r>
                      <m:r>
                        <a:rPr lang="en-US" i="1" dirty="0" smtClean="0">
                          <a:latin typeface="Cambria Math" panose="02040503050406030204" pitchFamily="18" charset="0"/>
                        </a:rPr>
                        <m:t>−4</m:t>
                      </m:r>
                      <m:r>
                        <a:rPr lang="en-US" i="1" dirty="0" smtClean="0">
                          <a:latin typeface="Cambria Math" panose="02040503050406030204" pitchFamily="18" charset="0"/>
                        </a:rPr>
                        <m:t>𝐸</m:t>
                      </m:r>
                    </m:oMath>
                  </m:oMathPara>
                </a14:m>
                <a:br>
                  <a:rPr lang="en-US" dirty="0"/>
                </a:br>
                <a:endParaRPr lang="en-US" dirty="0"/>
              </a:p>
              <a:p>
                <a:r>
                  <a:rPr lang="en-US" dirty="0"/>
                  <a:t>There was a follow-up research for every student who is taller than 7 feet. All of them reported squared error of 500. Does this prove the model wrong?</a:t>
                </a:r>
              </a:p>
            </p:txBody>
          </p:sp>
        </mc:Choice>
        <mc:Fallback>
          <p:sp>
            <p:nvSpPr>
              <p:cNvPr id="3" name="Content Placeholder 2">
                <a:extLst>
                  <a:ext uri="{FF2B5EF4-FFF2-40B4-BE49-F238E27FC236}">
                    <a16:creationId xmlns:a16="http://schemas.microsoft.com/office/drawing/2014/main" id="{6267395C-BCD3-3D66-FAE6-69BD2EF376AE}"/>
                  </a:ext>
                </a:extLst>
              </p:cNvPr>
              <p:cNvSpPr>
                <a:spLocks noGrp="1" noRot="1" noChangeAspect="1" noMove="1" noResize="1" noEditPoints="1" noAdjustHandles="1" noChangeArrowheads="1" noChangeShapeType="1" noTextEdit="1"/>
              </p:cNvSpPr>
              <p:nvPr>
                <p:ph idx="1"/>
              </p:nvPr>
            </p:nvSpPr>
            <p:spPr>
              <a:blipFill>
                <a:blip r:embed="rId2"/>
                <a:stretch>
                  <a:fillRect l="-1389" t="-1611" r="-17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DF9384-DA50-D5A2-A7D7-5B07E86E20E1}"/>
              </a:ext>
            </a:extLst>
          </p:cNvPr>
          <p:cNvSpPr>
            <a:spLocks noGrp="1"/>
          </p:cNvSpPr>
          <p:nvPr>
            <p:ph type="sldNum" sz="quarter" idx="10"/>
          </p:nvPr>
        </p:nvSpPr>
        <p:spPr/>
        <p:txBody>
          <a:bodyPr/>
          <a:lstStyle/>
          <a:p>
            <a:fld id="{1E375138-EC3A-4CD7-9071-7F7F50FC778A}" type="slidenum">
              <a:rPr lang="en-US" smtClean="0"/>
              <a:t>11</a:t>
            </a:fld>
            <a:endParaRPr lang="en-US"/>
          </a:p>
        </p:txBody>
      </p:sp>
    </p:spTree>
    <p:extLst>
      <p:ext uri="{BB962C8B-B14F-4D97-AF65-F5344CB8AC3E}">
        <p14:creationId xmlns:p14="http://schemas.microsoft.com/office/powerpoint/2010/main" val="207298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3B8-3F5A-D9DF-3F01-A5E2EEAC8443}"/>
              </a:ext>
            </a:extLst>
          </p:cNvPr>
          <p:cNvSpPr>
            <a:spLocks noGrp="1"/>
          </p:cNvSpPr>
          <p:nvPr>
            <p:ph type="title"/>
          </p:nvPr>
        </p:nvSpPr>
        <p:spPr/>
        <p:txBody>
          <a:bodyPr>
            <a:normAutofit/>
          </a:bodyPr>
          <a:lstStyle/>
          <a:p>
            <a:r>
              <a:rPr lang="en-US" dirty="0"/>
              <a:t>Exercise: What It Means to Learn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7395C-BCD3-3D66-FAE6-69BD2EF376AE}"/>
                  </a:ext>
                </a:extLst>
              </p:cNvPr>
              <p:cNvSpPr>
                <a:spLocks noGrp="1"/>
              </p:cNvSpPr>
              <p:nvPr>
                <p:ph idx="1"/>
              </p:nvPr>
            </p:nvSpPr>
            <p:spPr/>
            <p:txBody>
              <a:bodyPr>
                <a:normAutofit/>
              </a:bodyPr>
              <a:lstStyle/>
              <a:p>
                <a:pPr marL="0" indent="0">
                  <a:buNone/>
                </a:pPr>
                <a:r>
                  <a:rPr lang="en-US" dirty="0"/>
                  <a:t>After collecting information from 200 randomly sampled students, we perform a linear regression and get </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m:t>
                      </m:r>
                      <m:r>
                        <a:rPr lang="en-US" i="1" dirty="0" smtClean="0">
                          <a:latin typeface="Cambria Math" panose="02040503050406030204" pitchFamily="18" charset="0"/>
                        </a:rPr>
                        <m:t>50</m:t>
                      </m:r>
                      <m:r>
                        <a:rPr lang="en-US" i="1" dirty="0" smtClean="0">
                          <a:latin typeface="Cambria Math" panose="02040503050406030204" pitchFamily="18" charset="0"/>
                        </a:rPr>
                        <m:t>+</m:t>
                      </m:r>
                      <m:r>
                        <a:rPr lang="en-US" i="1" dirty="0" smtClean="0">
                          <a:latin typeface="Cambria Math" panose="02040503050406030204" pitchFamily="18" charset="0"/>
                        </a:rPr>
                        <m:t>𝐻</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1</m:t>
                      </m:r>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smtClean="0">
                          <a:latin typeface="Cambria Math" panose="02040503050406030204" pitchFamily="18" charset="0"/>
                        </a:rPr>
                        <m:t>4</m:t>
                      </m:r>
                      <m:r>
                        <a:rPr lang="en-US" i="1" dirty="0" smtClean="0">
                          <a:latin typeface="Cambria Math" panose="02040503050406030204" pitchFamily="18" charset="0"/>
                        </a:rPr>
                        <m:t>𝐸</m:t>
                      </m:r>
                    </m:oMath>
                  </m:oMathPara>
                </a14:m>
                <a:br>
                  <a:rPr lang="en-US" dirty="0"/>
                </a:br>
                <a:endParaRPr lang="en-US" dirty="0"/>
              </a:p>
              <a:p>
                <a:r>
                  <a:rPr lang="en-US" dirty="0"/>
                  <a:t>There was a follow-up survey that tested the model on every single GMU student. Is it possible that the average squared residue is 200 for the entire population?</a:t>
                </a:r>
              </a:p>
            </p:txBody>
          </p:sp>
        </mc:Choice>
        <mc:Fallback>
          <p:sp>
            <p:nvSpPr>
              <p:cNvPr id="3" name="Content Placeholder 2">
                <a:extLst>
                  <a:ext uri="{FF2B5EF4-FFF2-40B4-BE49-F238E27FC236}">
                    <a16:creationId xmlns:a16="http://schemas.microsoft.com/office/drawing/2014/main" id="{6267395C-BCD3-3D66-FAE6-69BD2EF376AE}"/>
                  </a:ext>
                </a:extLst>
              </p:cNvPr>
              <p:cNvSpPr>
                <a:spLocks noGrp="1" noRot="1" noChangeAspect="1" noMove="1" noResize="1" noEditPoints="1" noAdjustHandles="1" noChangeArrowheads="1" noChangeShapeType="1" noTextEdit="1"/>
              </p:cNvSpPr>
              <p:nvPr>
                <p:ph idx="1"/>
              </p:nvPr>
            </p:nvSpPr>
            <p:spPr>
              <a:blipFill>
                <a:blip r:embed="rId2"/>
                <a:stretch>
                  <a:fillRect l="-1389"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DF9384-DA50-D5A2-A7D7-5B07E86E20E1}"/>
              </a:ext>
            </a:extLst>
          </p:cNvPr>
          <p:cNvSpPr>
            <a:spLocks noGrp="1"/>
          </p:cNvSpPr>
          <p:nvPr>
            <p:ph type="sldNum" sz="quarter" idx="10"/>
          </p:nvPr>
        </p:nvSpPr>
        <p:spPr/>
        <p:txBody>
          <a:bodyPr/>
          <a:lstStyle/>
          <a:p>
            <a:fld id="{1E375138-EC3A-4CD7-9071-7F7F50FC778A}" type="slidenum">
              <a:rPr lang="en-US" smtClean="0"/>
              <a:t>12</a:t>
            </a:fld>
            <a:endParaRPr lang="en-US"/>
          </a:p>
        </p:txBody>
      </p:sp>
    </p:spTree>
    <p:extLst>
      <p:ext uri="{BB962C8B-B14F-4D97-AF65-F5344CB8AC3E}">
        <p14:creationId xmlns:p14="http://schemas.microsoft.com/office/powerpoint/2010/main" val="3639681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3B8-3F5A-D9DF-3F01-A5E2EEAC8443}"/>
              </a:ext>
            </a:extLst>
          </p:cNvPr>
          <p:cNvSpPr>
            <a:spLocks noGrp="1"/>
          </p:cNvSpPr>
          <p:nvPr>
            <p:ph type="title"/>
          </p:nvPr>
        </p:nvSpPr>
        <p:spPr/>
        <p:txBody>
          <a:bodyPr>
            <a:normAutofit/>
          </a:bodyPr>
          <a:lstStyle/>
          <a:p>
            <a:r>
              <a:rPr lang="en-US" dirty="0"/>
              <a:t>Exercise: What It Means to Learn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7395C-BCD3-3D66-FAE6-69BD2EF376AE}"/>
                  </a:ext>
                </a:extLst>
              </p:cNvPr>
              <p:cNvSpPr>
                <a:spLocks noGrp="1"/>
              </p:cNvSpPr>
              <p:nvPr>
                <p:ph idx="1"/>
              </p:nvPr>
            </p:nvSpPr>
            <p:spPr/>
            <p:txBody>
              <a:bodyPr>
                <a:normAutofit/>
              </a:bodyPr>
              <a:lstStyle/>
              <a:p>
                <a:pPr marL="0" indent="0">
                  <a:buNone/>
                </a:pPr>
                <a:r>
                  <a:rPr lang="en-US" dirty="0"/>
                  <a:t>After collecting information from 200 randomly sampled students, we perform a linear regression and get </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=50+</m:t>
                      </m:r>
                      <m:r>
                        <a:rPr lang="en-US" i="1" dirty="0" smtClean="0">
                          <a:latin typeface="Cambria Math" panose="02040503050406030204" pitchFamily="18" charset="0"/>
                        </a:rPr>
                        <m:t>𝐻</m:t>
                      </m:r>
                      <m:r>
                        <a:rPr lang="en-US" i="1" dirty="0" smtClean="0">
                          <a:latin typeface="Cambria Math" panose="02040503050406030204" pitchFamily="18" charset="0"/>
                        </a:rPr>
                        <m:t>+0.1</m:t>
                      </m:r>
                      <m:r>
                        <a:rPr lang="en-US" i="1" dirty="0" smtClean="0">
                          <a:latin typeface="Cambria Math" panose="02040503050406030204" pitchFamily="18" charset="0"/>
                        </a:rPr>
                        <m:t>𝐶</m:t>
                      </m:r>
                      <m:r>
                        <a:rPr lang="en-US" i="1" dirty="0" smtClean="0">
                          <a:latin typeface="Cambria Math" panose="02040503050406030204" pitchFamily="18" charset="0"/>
                        </a:rPr>
                        <m:t>−4</m:t>
                      </m:r>
                      <m:r>
                        <a:rPr lang="en-US" i="1" dirty="0" smtClean="0">
                          <a:latin typeface="Cambria Math" panose="02040503050406030204" pitchFamily="18" charset="0"/>
                        </a:rPr>
                        <m:t>𝐸</m:t>
                      </m:r>
                    </m:oMath>
                  </m:oMathPara>
                </a14:m>
                <a:br>
                  <a:rPr lang="en-US" dirty="0"/>
                </a:br>
                <a:endParaRPr lang="en-US" dirty="0"/>
              </a:p>
              <a:p>
                <a:r>
                  <a:rPr lang="en-US" dirty="0"/>
                  <a:t>It becomes fashionable in GMU to try to gain weight. Based on our model, everyone decides to increase their value of C and reduce their value of E. Does the model predict that many of them will gain weight</a:t>
                </a:r>
              </a:p>
            </p:txBody>
          </p:sp>
        </mc:Choice>
        <mc:Fallback>
          <p:sp>
            <p:nvSpPr>
              <p:cNvPr id="3" name="Content Placeholder 2">
                <a:extLst>
                  <a:ext uri="{FF2B5EF4-FFF2-40B4-BE49-F238E27FC236}">
                    <a16:creationId xmlns:a16="http://schemas.microsoft.com/office/drawing/2014/main" id="{6267395C-BCD3-3D66-FAE6-69BD2EF376AE}"/>
                  </a:ext>
                </a:extLst>
              </p:cNvPr>
              <p:cNvSpPr>
                <a:spLocks noGrp="1" noRot="1" noChangeAspect="1" noMove="1" noResize="1" noEditPoints="1" noAdjustHandles="1" noChangeArrowheads="1" noChangeShapeType="1" noTextEdit="1"/>
              </p:cNvSpPr>
              <p:nvPr>
                <p:ph idx="1"/>
              </p:nvPr>
            </p:nvSpPr>
            <p:spPr>
              <a:blipFill>
                <a:blip r:embed="rId3"/>
                <a:stretch>
                  <a:fillRect l="-1389"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9DF9384-DA50-D5A2-A7D7-5B07E86E20E1}"/>
              </a:ext>
            </a:extLst>
          </p:cNvPr>
          <p:cNvSpPr>
            <a:spLocks noGrp="1"/>
          </p:cNvSpPr>
          <p:nvPr>
            <p:ph type="sldNum" sz="quarter" idx="10"/>
          </p:nvPr>
        </p:nvSpPr>
        <p:spPr/>
        <p:txBody>
          <a:bodyPr/>
          <a:lstStyle/>
          <a:p>
            <a:fld id="{1E375138-EC3A-4CD7-9071-7F7F50FC778A}" type="slidenum">
              <a:rPr lang="en-US" smtClean="0"/>
              <a:t>13</a:t>
            </a:fld>
            <a:endParaRPr lang="en-US"/>
          </a:p>
        </p:txBody>
      </p:sp>
    </p:spTree>
    <p:extLst>
      <p:ext uri="{BB962C8B-B14F-4D97-AF65-F5344CB8AC3E}">
        <p14:creationId xmlns:p14="http://schemas.microsoft.com/office/powerpoint/2010/main" val="24881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47772-5399-49E9-99A8-D5E09A498D23}"/>
              </a:ext>
            </a:extLst>
          </p:cNvPr>
          <p:cNvSpPr>
            <a:spLocks noGrp="1"/>
          </p:cNvSpPr>
          <p:nvPr>
            <p:ph type="title"/>
          </p:nvPr>
        </p:nvSpPr>
        <p:spPr/>
        <p:txBody>
          <a:bodyPr>
            <a:normAutofit/>
          </a:bodyPr>
          <a:lstStyle/>
          <a:p>
            <a:r>
              <a:rPr lang="en-US" dirty="0"/>
              <a:t>Implications of statistical learning</a:t>
            </a:r>
          </a:p>
        </p:txBody>
      </p:sp>
      <p:sp>
        <p:nvSpPr>
          <p:cNvPr id="3" name="Content Placeholder 2">
            <a:extLst>
              <a:ext uri="{FF2B5EF4-FFF2-40B4-BE49-F238E27FC236}">
                <a16:creationId xmlns:a16="http://schemas.microsoft.com/office/drawing/2014/main" id="{E9DAA249-1E88-40CE-AEC9-E59982335EBC}"/>
              </a:ext>
            </a:extLst>
          </p:cNvPr>
          <p:cNvSpPr>
            <a:spLocks noGrp="1"/>
          </p:cNvSpPr>
          <p:nvPr>
            <p:ph idx="1"/>
          </p:nvPr>
        </p:nvSpPr>
        <p:spPr/>
        <p:txBody>
          <a:bodyPr>
            <a:normAutofit fontScale="92500" lnSpcReduction="20000"/>
          </a:bodyPr>
          <a:lstStyle/>
          <a:p>
            <a:r>
              <a:rPr lang="en-US" dirty="0"/>
              <a:t>Summary</a:t>
            </a:r>
          </a:p>
          <a:p>
            <a:pPr lvl="1"/>
            <a:r>
              <a:rPr lang="en-US" dirty="0"/>
              <a:t>Training/test data points are sampled from some distribution</a:t>
            </a:r>
          </a:p>
          <a:p>
            <a:pPr lvl="1"/>
            <a:r>
              <a:rPr lang="en-US" dirty="0"/>
              <a:t>The learnt relationship holds only for the distribution that the data was sampled from.</a:t>
            </a:r>
          </a:p>
          <a:p>
            <a:pPr lvl="1"/>
            <a:r>
              <a:rPr lang="en-US" dirty="0"/>
              <a:t>There is a small probability that the estimate using test data is off.</a:t>
            </a:r>
          </a:p>
          <a:p>
            <a:r>
              <a:rPr lang="en-US" dirty="0"/>
              <a:t>Implications</a:t>
            </a:r>
          </a:p>
          <a:p>
            <a:pPr lvl="1"/>
            <a:r>
              <a:rPr lang="en-US" dirty="0"/>
              <a:t>Results of medical studies may not apply to minority populations</a:t>
            </a:r>
          </a:p>
          <a:p>
            <a:pPr lvl="1"/>
            <a:r>
              <a:rPr lang="en-US" dirty="0"/>
              <a:t>Classifiers released by tech companies in the recent past were found to have high error rates on certain minority populations</a:t>
            </a:r>
          </a:p>
          <a:p>
            <a:pPr lvl="1"/>
            <a:r>
              <a:rPr lang="en-US" dirty="0"/>
              <a:t>Creating interactive agents is difficult</a:t>
            </a:r>
          </a:p>
        </p:txBody>
      </p:sp>
      <p:sp>
        <p:nvSpPr>
          <p:cNvPr id="4" name="Slide Number Placeholder 3">
            <a:extLst>
              <a:ext uri="{FF2B5EF4-FFF2-40B4-BE49-F238E27FC236}">
                <a16:creationId xmlns:a16="http://schemas.microsoft.com/office/drawing/2014/main" id="{CBB5E81B-74E0-4B78-AA0B-E68ECF140F3A}"/>
              </a:ext>
            </a:extLst>
          </p:cNvPr>
          <p:cNvSpPr>
            <a:spLocks noGrp="1"/>
          </p:cNvSpPr>
          <p:nvPr>
            <p:ph type="sldNum" sz="quarter" idx="10"/>
          </p:nvPr>
        </p:nvSpPr>
        <p:spPr/>
        <p:txBody>
          <a:bodyPr/>
          <a:lstStyle/>
          <a:p>
            <a:fld id="{1E375138-EC3A-4CD7-9071-7F7F50FC778A}" type="slidenum">
              <a:rPr lang="en-US" smtClean="0"/>
              <a:t>14</a:t>
            </a:fld>
            <a:endParaRPr lang="en-US"/>
          </a:p>
        </p:txBody>
      </p:sp>
    </p:spTree>
    <p:extLst>
      <p:ext uri="{BB962C8B-B14F-4D97-AF65-F5344CB8AC3E}">
        <p14:creationId xmlns:p14="http://schemas.microsoft.com/office/powerpoint/2010/main" val="2027890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A6EC85-5DC8-4F72-A262-5FC1CC9CB293}"/>
              </a:ext>
            </a:extLst>
          </p:cNvPr>
          <p:cNvSpPr>
            <a:spLocks noGrp="1"/>
          </p:cNvSpPr>
          <p:nvPr>
            <p:ph type="title"/>
          </p:nvPr>
        </p:nvSpPr>
        <p:spPr/>
        <p:txBody>
          <a:bodyPr/>
          <a:lstStyle/>
          <a:p>
            <a:r>
              <a:rPr lang="en-US" dirty="0"/>
              <a:t>Bias-Variance Tradeoff</a:t>
            </a:r>
          </a:p>
        </p:txBody>
      </p:sp>
      <p:sp>
        <p:nvSpPr>
          <p:cNvPr id="6" name="Text Placeholder 5">
            <a:extLst>
              <a:ext uri="{FF2B5EF4-FFF2-40B4-BE49-F238E27FC236}">
                <a16:creationId xmlns:a16="http://schemas.microsoft.com/office/drawing/2014/main" id="{FBAA63E6-95C4-465B-B79C-C48204D1B3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7BFDF0-DF10-4367-B4F0-773329B4436D}"/>
              </a:ext>
            </a:extLst>
          </p:cNvPr>
          <p:cNvSpPr>
            <a:spLocks noGrp="1"/>
          </p:cNvSpPr>
          <p:nvPr>
            <p:ph type="sldNum" sz="quarter" idx="4294967295"/>
          </p:nvPr>
        </p:nvSpPr>
        <p:spPr>
          <a:xfrm>
            <a:off x="9448800" y="6356350"/>
            <a:ext cx="2743200" cy="365125"/>
          </a:xfrm>
        </p:spPr>
        <p:txBody>
          <a:bodyPr/>
          <a:lstStyle/>
          <a:p>
            <a:fld id="{1E375138-EC3A-4CD7-9071-7F7F50FC778A}" type="slidenum">
              <a:rPr lang="en-US" smtClean="0"/>
              <a:t>15</a:t>
            </a:fld>
            <a:endParaRPr lang="en-US"/>
          </a:p>
        </p:txBody>
      </p:sp>
      <p:pic>
        <p:nvPicPr>
          <p:cNvPr id="7" name="Picture 2">
            <a:extLst>
              <a:ext uri="{FF2B5EF4-FFF2-40B4-BE49-F238E27FC236}">
                <a16:creationId xmlns:a16="http://schemas.microsoft.com/office/drawing/2014/main" id="{155EBD8E-E7F1-4FE6-8F29-D54E149CB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9643" y="2494362"/>
            <a:ext cx="3434490" cy="2731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638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119D50-815E-47F0-953A-EE2DB912CEE0}"/>
              </a:ext>
            </a:extLst>
          </p:cNvPr>
          <p:cNvSpPr>
            <a:spLocks noGrp="1"/>
          </p:cNvSpPr>
          <p:nvPr>
            <p:ph type="title"/>
          </p:nvPr>
        </p:nvSpPr>
        <p:spPr/>
        <p:txBody>
          <a:bodyPr/>
          <a:lstStyle/>
          <a:p>
            <a:r>
              <a:rPr lang="en-US" dirty="0"/>
              <a:t>Overfitting: degree of linear regression</a:t>
            </a:r>
          </a:p>
        </p:txBody>
      </p:sp>
      <p:pic>
        <p:nvPicPr>
          <p:cNvPr id="8194" name="Picture 2">
            <a:extLst>
              <a:ext uri="{FF2B5EF4-FFF2-40B4-BE49-F238E27FC236}">
                <a16:creationId xmlns:a16="http://schemas.microsoft.com/office/drawing/2014/main" id="{ECDB9D1D-1186-47F3-B9C7-6A235F15534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21830" y="1195388"/>
            <a:ext cx="7748340" cy="4918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1DD7EC-415C-47B7-AB46-4EB70FEB1C06}"/>
              </a:ext>
            </a:extLst>
          </p:cNvPr>
          <p:cNvSpPr txBox="1"/>
          <p:nvPr/>
        </p:nvSpPr>
        <p:spPr>
          <a:xfrm>
            <a:off x="3620482" y="6260887"/>
            <a:ext cx="4951035" cy="369332"/>
          </a:xfrm>
          <a:prstGeom prst="rect">
            <a:avLst/>
          </a:prstGeom>
          <a:noFill/>
        </p:spPr>
        <p:txBody>
          <a:bodyPr wrap="none" rtlCol="0">
            <a:spAutoFit/>
          </a:bodyPr>
          <a:lstStyle/>
          <a:p>
            <a:r>
              <a:rPr lang="en-US" b="0" i="0" dirty="0">
                <a:solidFill>
                  <a:srgbClr val="000000"/>
                </a:solidFill>
                <a:effectLst/>
                <a:latin typeface="Helvetica Neue"/>
              </a:rPr>
              <a:t>We should never use degree greater than 12!?</a:t>
            </a:r>
            <a:endParaRPr lang="en-US" dirty="0"/>
          </a:p>
        </p:txBody>
      </p:sp>
    </p:spTree>
    <p:extLst>
      <p:ext uri="{BB962C8B-B14F-4D97-AF65-F5344CB8AC3E}">
        <p14:creationId xmlns:p14="http://schemas.microsoft.com/office/powerpoint/2010/main" val="4153501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119D50-815E-47F0-953A-EE2DB912CEE0}"/>
              </a:ext>
            </a:extLst>
          </p:cNvPr>
          <p:cNvSpPr>
            <a:spLocks noGrp="1"/>
          </p:cNvSpPr>
          <p:nvPr>
            <p:ph type="title"/>
          </p:nvPr>
        </p:nvSpPr>
        <p:spPr/>
        <p:txBody>
          <a:bodyPr/>
          <a:lstStyle/>
          <a:p>
            <a:r>
              <a:rPr lang="en-US" dirty="0"/>
              <a:t>Overfitting: Dataset Size</a:t>
            </a:r>
          </a:p>
        </p:txBody>
      </p:sp>
      <p:sp>
        <p:nvSpPr>
          <p:cNvPr id="6" name="TextBox 5">
            <a:extLst>
              <a:ext uri="{FF2B5EF4-FFF2-40B4-BE49-F238E27FC236}">
                <a16:creationId xmlns:a16="http://schemas.microsoft.com/office/drawing/2014/main" id="{751DD7EC-415C-47B7-AB46-4EB70FEB1C06}"/>
              </a:ext>
            </a:extLst>
          </p:cNvPr>
          <p:cNvSpPr txBox="1"/>
          <p:nvPr/>
        </p:nvSpPr>
        <p:spPr>
          <a:xfrm>
            <a:off x="3620482" y="6260887"/>
            <a:ext cx="4951035" cy="369332"/>
          </a:xfrm>
          <a:prstGeom prst="rect">
            <a:avLst/>
          </a:prstGeom>
          <a:noFill/>
        </p:spPr>
        <p:txBody>
          <a:bodyPr wrap="none" rtlCol="0">
            <a:spAutoFit/>
          </a:bodyPr>
          <a:lstStyle/>
          <a:p>
            <a:r>
              <a:rPr lang="en-US" b="0" i="0" dirty="0">
                <a:solidFill>
                  <a:srgbClr val="000000"/>
                </a:solidFill>
                <a:effectLst/>
                <a:latin typeface="Helvetica Neue"/>
              </a:rPr>
              <a:t>We should never use degree greater than 12!?</a:t>
            </a:r>
            <a:endParaRPr lang="en-US" dirty="0"/>
          </a:p>
        </p:txBody>
      </p:sp>
      <p:pic>
        <p:nvPicPr>
          <p:cNvPr id="14340" name="Picture 4">
            <a:extLst>
              <a:ext uri="{FF2B5EF4-FFF2-40B4-BE49-F238E27FC236}">
                <a16:creationId xmlns:a16="http://schemas.microsoft.com/office/drawing/2014/main" id="{88008A04-DCA3-4B9F-8D16-BD855A7512A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44962" y="1195388"/>
            <a:ext cx="7902075" cy="491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32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85C7-597B-4EA9-94AD-3906F473C766}"/>
              </a:ext>
            </a:extLst>
          </p:cNvPr>
          <p:cNvSpPr>
            <a:spLocks noGrp="1"/>
          </p:cNvSpPr>
          <p:nvPr>
            <p:ph type="title"/>
          </p:nvPr>
        </p:nvSpPr>
        <p:spPr/>
        <p:txBody>
          <a:bodyPr/>
          <a:lstStyle/>
          <a:p>
            <a:r>
              <a:rPr lang="en-US" dirty="0"/>
              <a:t>Overall Performance</a:t>
            </a:r>
          </a:p>
        </p:txBody>
      </p:sp>
      <p:sp>
        <p:nvSpPr>
          <p:cNvPr id="4" name="Slide Number Placeholder 3">
            <a:extLst>
              <a:ext uri="{FF2B5EF4-FFF2-40B4-BE49-F238E27FC236}">
                <a16:creationId xmlns:a16="http://schemas.microsoft.com/office/drawing/2014/main" id="{F1E63EDB-76FB-4C03-8B04-F21DBE8E227A}"/>
              </a:ext>
            </a:extLst>
          </p:cNvPr>
          <p:cNvSpPr>
            <a:spLocks noGrp="1"/>
          </p:cNvSpPr>
          <p:nvPr>
            <p:ph type="sldNum" sz="quarter" idx="10"/>
          </p:nvPr>
        </p:nvSpPr>
        <p:spPr/>
        <p:txBody>
          <a:bodyPr/>
          <a:lstStyle/>
          <a:p>
            <a:fld id="{1E375138-EC3A-4CD7-9071-7F7F50FC778A}" type="slidenum">
              <a:rPr lang="en-US" smtClean="0"/>
              <a:t>18</a:t>
            </a:fld>
            <a:endParaRPr lang="en-US"/>
          </a:p>
        </p:txBody>
      </p:sp>
      <p:pic>
        <p:nvPicPr>
          <p:cNvPr id="15362" name="Picture 2">
            <a:extLst>
              <a:ext uri="{FF2B5EF4-FFF2-40B4-BE49-F238E27FC236}">
                <a16:creationId xmlns:a16="http://schemas.microsoft.com/office/drawing/2014/main" id="{D0B37CBA-F402-40E1-954F-7AF607DE245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09600" y="1554134"/>
            <a:ext cx="10972800" cy="4200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211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13B07-FA29-43B2-B639-43BE3493754B}"/>
              </a:ext>
            </a:extLst>
          </p:cNvPr>
          <p:cNvSpPr>
            <a:spLocks noGrp="1"/>
          </p:cNvSpPr>
          <p:nvPr>
            <p:ph type="title"/>
          </p:nvPr>
        </p:nvSpPr>
        <p:spPr/>
        <p:txBody>
          <a:bodyPr/>
          <a:lstStyle/>
          <a:p>
            <a:r>
              <a:rPr lang="en-US" dirty="0"/>
              <a:t>Testing and training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8C90FE-4405-42E1-A8FA-022508C4942B}"/>
                  </a:ext>
                </a:extLst>
              </p:cNvPr>
              <p:cNvSpPr>
                <a:spLocks noGrp="1"/>
              </p:cNvSpPr>
              <p:nvPr>
                <p:ph idx="1"/>
              </p:nvPr>
            </p:nvSpPr>
            <p:spPr/>
            <p:txBody>
              <a:bodyPr/>
              <a:lstStyle/>
              <a:p>
                <a:r>
                  <a:rPr lang="en-US" dirty="0"/>
                  <a:t>Given training data </a:t>
                </a:r>
                <a14:m>
                  <m:oMath xmlns:m="http://schemas.openxmlformats.org/officeDocument/2006/math">
                    <m:r>
                      <a:rPr lang="en-US" b="0" i="1" smtClean="0">
                        <a:latin typeface="Cambria Math" panose="02040503050406030204" pitchFamily="18" charset="0"/>
                      </a:rPr>
                      <m:t>𝐷</m:t>
                    </m:r>
                  </m:oMath>
                </a14:m>
                <a:r>
                  <a:rPr lang="en-US" dirty="0"/>
                  <a:t> an algorithm find a model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𝐷</m:t>
                        </m:r>
                      </m:sub>
                    </m:sSub>
                  </m:oMath>
                </a14:m>
                <a:r>
                  <a:rPr lang="en-US" dirty="0"/>
                  <a:t>so that the testing error is small</a:t>
                </a: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m:t>
                            </m:r>
                          </m:e>
                        </m:d>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𝐷</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e>
                          <m:sup>
                            <m:r>
                              <a:rPr lang="en-US" b="0" i="1" smtClean="0">
                                <a:latin typeface="Cambria Math" panose="02040503050406030204" pitchFamily="18" charset="0"/>
                                <a:ea typeface="Cambria Math" panose="02040503050406030204" pitchFamily="18" charset="0"/>
                              </a:rPr>
                              <m:t>2</m:t>
                            </m:r>
                          </m:sup>
                        </m:sSup>
                      </m:e>
                    </m:d>
                  </m:oMath>
                </a14:m>
                <a:endParaRPr lang="en-US" b="0" dirty="0">
                  <a:ea typeface="Cambria Math" panose="02040503050406030204" pitchFamily="18" charset="0"/>
                </a:endParaRPr>
              </a:p>
              <a:p>
                <a:pPr lvl="1"/>
                <a:r>
                  <a:rPr lang="en-US" dirty="0"/>
                  <a:t>Least square algorithm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argmin</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oMath>
                </a14:m>
                <a:endParaRPr lang="en-US" dirty="0"/>
              </a:p>
              <a:p>
                <a:pPr lvl="1"/>
                <a:r>
                  <a:rPr lang="en-US" dirty="0"/>
                  <a:t>MLE</a:t>
                </a:r>
              </a:p>
              <a:p>
                <a:pPr lvl="1"/>
                <a:r>
                  <a:rPr lang="en-US" dirty="0"/>
                  <a:t>Optimal possible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oMath>
                </a14:m>
                <a:r>
                  <a:rPr lang="en-US" dirty="0"/>
                  <a:t>?</a:t>
                </a:r>
                <a:br>
                  <a:rPr lang="en-US" dirty="0"/>
                </a:br>
                <a:endParaRPr lang="en-US" dirty="0"/>
              </a:p>
            </p:txBody>
          </p:sp>
        </mc:Choice>
        <mc:Fallback>
          <p:sp>
            <p:nvSpPr>
              <p:cNvPr id="3" name="Content Placeholder 2">
                <a:extLst>
                  <a:ext uri="{FF2B5EF4-FFF2-40B4-BE49-F238E27FC236}">
                    <a16:creationId xmlns:a16="http://schemas.microsoft.com/office/drawing/2014/main" id="{7A8C90FE-4405-42E1-A8FA-022508C4942B}"/>
                  </a:ext>
                </a:extLst>
              </p:cNvPr>
              <p:cNvSpPr>
                <a:spLocks noGrp="1" noRot="1" noChangeAspect="1" noMove="1" noResize="1" noEditPoints="1" noAdjustHandles="1" noChangeArrowheads="1" noChangeShapeType="1" noTextEdit="1"/>
              </p:cNvSpPr>
              <p:nvPr>
                <p:ph idx="1"/>
              </p:nvPr>
            </p:nvSpPr>
            <p:spPr>
              <a:blipFill>
                <a:blip r:embed="rId2"/>
                <a:stretch>
                  <a:fillRect l="-1278"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5AE98C2-0831-4586-91EA-9F0B1BBB5182}"/>
              </a:ext>
            </a:extLst>
          </p:cNvPr>
          <p:cNvSpPr>
            <a:spLocks noGrp="1"/>
          </p:cNvSpPr>
          <p:nvPr>
            <p:ph type="sldNum" sz="quarter" idx="10"/>
          </p:nvPr>
        </p:nvSpPr>
        <p:spPr/>
        <p:txBody>
          <a:bodyPr/>
          <a:lstStyle/>
          <a:p>
            <a:fld id="{1E375138-EC3A-4CD7-9071-7F7F50FC778A}" type="slidenum">
              <a:rPr lang="en-US" smtClean="0"/>
              <a:t>19</a:t>
            </a:fld>
            <a:endParaRPr lang="en-US"/>
          </a:p>
        </p:txBody>
      </p:sp>
    </p:spTree>
    <p:extLst>
      <p:ext uri="{BB962C8B-B14F-4D97-AF65-F5344CB8AC3E}">
        <p14:creationId xmlns:p14="http://schemas.microsoft.com/office/powerpoint/2010/main" val="3497410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A52F-2CB0-4D12-9521-43C62D9F6856}"/>
              </a:ext>
            </a:extLst>
          </p:cNvPr>
          <p:cNvSpPr>
            <a:spLocks noGrp="1"/>
          </p:cNvSpPr>
          <p:nvPr>
            <p:ph type="title"/>
          </p:nvPr>
        </p:nvSpPr>
        <p:spPr/>
        <p:txBody>
          <a:bodyPr/>
          <a:lstStyle/>
          <a:p>
            <a:r>
              <a:rPr lang="en-US" dirty="0"/>
              <a:t>Bias-Variance Tradeoff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7E4946-DF2B-44E2-9FD3-954E542E22F8}"/>
                  </a:ext>
                </a:extLst>
              </p:cNvPr>
              <p:cNvSpPr>
                <a:spLocks noGrp="1"/>
              </p:cNvSpPr>
              <p:nvPr>
                <p:ph idx="1"/>
              </p:nvPr>
            </p:nvSpPr>
            <p:spPr/>
            <p:txBody>
              <a:bodyPr>
                <a:normAutofit/>
              </a:bodyPr>
              <a:lstStyle/>
              <a:p>
                <a:r>
                  <a:rPr lang="en-US" dirty="0"/>
                  <a:t>Given an algorithm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𝐷</m:t>
                        </m:r>
                      </m:sub>
                    </m:sSub>
                  </m:oMath>
                </a14:m>
                <a:r>
                  <a:rPr lang="en-US" dirty="0"/>
                  <a:t>, the expected squared error can be decomposed as the following</a:t>
                </a:r>
                <a:br>
                  <a:rPr lang="en-US" dirty="0"/>
                </a:br>
                <a14:m>
                  <m:oMath xmlns:m="http://schemas.openxmlformats.org/officeDocument/2006/math">
                    <m:r>
                      <a:rPr lang="en-US" b="0"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e>
                        </m:d>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𝑓</m:t>
                                    </m:r>
                                  </m:e>
                                  <m:sup>
                                    <m:r>
                                      <a:rPr lang="en-US" b="0" i="1" smtClean="0">
                                        <a:latin typeface="Cambria Math" panose="02040503050406030204" pitchFamily="18" charset="0"/>
                                        <a:ea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𝑓</m:t>
                                    </m:r>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𝔼</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e>
                            </m:d>
                          </m:e>
                          <m:sup>
                            <m:r>
                              <a:rPr lang="en-US" i="1">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𝔼</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e>
                            </m:d>
                          </m:e>
                          <m:sup>
                            <m:r>
                              <a:rPr lang="en-US" i="1">
                                <a:latin typeface="Cambria Math" panose="02040503050406030204" pitchFamily="18" charset="0"/>
                                <a:ea typeface="Cambria Math" panose="02040503050406030204" pitchFamily="18" charset="0"/>
                              </a:rPr>
                              <m:t>2</m:t>
                            </m:r>
                          </m:sup>
                        </m:sSup>
                      </m:e>
                    </m:d>
                  </m:oMath>
                </a14:m>
                <a:endParaRPr lang="en-US" dirty="0"/>
              </a:p>
              <a:p>
                <a:r>
                  <a:rPr lang="en-US" dirty="0"/>
                  <a:t>Irreducible error: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𝑓</m:t>
                                    </m:r>
                                  </m:e>
                                  <m:sup>
                                    <m:r>
                                      <a:rPr lang="en-US" b="0" i="1" smtClean="0">
                                        <a:latin typeface="Cambria Math" panose="02040503050406030204" pitchFamily="18" charset="0"/>
                                        <a:ea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2</m:t>
                            </m:r>
                          </m:sup>
                        </m:sSup>
                      </m:e>
                    </m:d>
                  </m:oMath>
                </a14:m>
                <a:endParaRPr lang="en-US" dirty="0"/>
              </a:p>
              <a:p>
                <a:r>
                  <a:rPr lang="en-US" dirty="0"/>
                  <a:t>Bias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𝑓</m:t>
                                    </m:r>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𝔼</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e>
                            </m:d>
                          </m:e>
                          <m:sup>
                            <m:r>
                              <a:rPr lang="en-US" i="1">
                                <a:latin typeface="Cambria Math" panose="02040503050406030204" pitchFamily="18" charset="0"/>
                                <a:ea typeface="Cambria Math" panose="02040503050406030204" pitchFamily="18" charset="0"/>
                              </a:rPr>
                              <m:t>2</m:t>
                            </m:r>
                          </m:sup>
                        </m:sSup>
                      </m:e>
                    </m:d>
                  </m:oMath>
                </a14:m>
                <a:endParaRPr lang="en-US" dirty="0"/>
              </a:p>
              <a:p>
                <a:r>
                  <a:rPr lang="en-US" dirty="0"/>
                  <a:t>Variance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𝔼</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𝐷</m:t>
                                    </m:r>
                                  </m:sub>
                                </m:sSub>
                              </m:e>
                            </m:d>
                          </m:e>
                          <m:sup>
                            <m:r>
                              <a:rPr lang="en-US" i="1">
                                <a:latin typeface="Cambria Math" panose="02040503050406030204" pitchFamily="18" charset="0"/>
                                <a:ea typeface="Cambria Math" panose="02040503050406030204" pitchFamily="18" charset="0"/>
                              </a:rPr>
                              <m:t>2</m:t>
                            </m:r>
                          </m:sup>
                        </m:sSup>
                      </m:e>
                    </m:d>
                  </m:oMath>
                </a14:m>
                <a:endParaRPr lang="en-US" dirty="0"/>
              </a:p>
            </p:txBody>
          </p:sp>
        </mc:Choice>
        <mc:Fallback>
          <p:sp>
            <p:nvSpPr>
              <p:cNvPr id="3" name="Content Placeholder 2">
                <a:extLst>
                  <a:ext uri="{FF2B5EF4-FFF2-40B4-BE49-F238E27FC236}">
                    <a16:creationId xmlns:a16="http://schemas.microsoft.com/office/drawing/2014/main" id="{0A7E4946-DF2B-44E2-9FD3-954E542E22F8}"/>
                  </a:ext>
                </a:extLst>
              </p:cNvPr>
              <p:cNvSpPr>
                <a:spLocks noGrp="1" noRot="1" noChangeAspect="1" noMove="1" noResize="1" noEditPoints="1" noAdjustHandles="1" noChangeArrowheads="1" noChangeShapeType="1" noTextEdit="1"/>
              </p:cNvSpPr>
              <p:nvPr>
                <p:ph idx="1"/>
              </p:nvPr>
            </p:nvSpPr>
            <p:spPr>
              <a:blipFill>
                <a:blip r:embed="rId2"/>
                <a:stretch>
                  <a:fillRect l="-1278" t="-16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49DEBB-E6CD-4951-8ACE-0BCD30659334}"/>
              </a:ext>
            </a:extLst>
          </p:cNvPr>
          <p:cNvSpPr>
            <a:spLocks noGrp="1"/>
          </p:cNvSpPr>
          <p:nvPr>
            <p:ph type="sldNum" sz="quarter" idx="10"/>
          </p:nvPr>
        </p:nvSpPr>
        <p:spPr/>
        <p:txBody>
          <a:bodyPr/>
          <a:lstStyle/>
          <a:p>
            <a:fld id="{1E375138-EC3A-4CD7-9071-7F7F50FC778A}" type="slidenum">
              <a:rPr lang="en-US" smtClean="0"/>
              <a:t>20</a:t>
            </a:fld>
            <a:endParaRPr lang="en-US"/>
          </a:p>
        </p:txBody>
      </p:sp>
    </p:spTree>
    <p:extLst>
      <p:ext uri="{BB962C8B-B14F-4D97-AF65-F5344CB8AC3E}">
        <p14:creationId xmlns:p14="http://schemas.microsoft.com/office/powerpoint/2010/main" val="2668512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0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a:p>
                <a:r>
                  <a:rPr lang="en-US" dirty="0"/>
                  <a:t> We then fit a degree-0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21</a:t>
            </a:fld>
            <a:endParaRPr lang="en-US"/>
          </a:p>
        </p:txBody>
      </p:sp>
      <p:pic>
        <p:nvPicPr>
          <p:cNvPr id="9" name="Picture 3">
            <a:extLst>
              <a:ext uri="{FF2B5EF4-FFF2-40B4-BE49-F238E27FC236}">
                <a16:creationId xmlns:a16="http://schemas.microsoft.com/office/drawing/2014/main" id="{5185F9A8-B3D2-4FEF-B3FE-757C4E1D86F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88073"/>
            <a:ext cx="5312675"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21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0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a:p>
                <a:r>
                  <a:rPr lang="en-US" dirty="0"/>
                  <a:t> We then fit a degree-0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22</a:t>
            </a:fld>
            <a:endParaRPr lang="en-US"/>
          </a:p>
        </p:txBody>
      </p:sp>
      <p:pic>
        <p:nvPicPr>
          <p:cNvPr id="17410" name="Picture 2">
            <a:extLst>
              <a:ext uri="{FF2B5EF4-FFF2-40B4-BE49-F238E27FC236}">
                <a16:creationId xmlns:a16="http://schemas.microsoft.com/office/drawing/2014/main" id="{92C82876-61FC-46E2-A17B-8DE4EBE8F10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88073"/>
            <a:ext cx="5312675"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739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0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a:p>
                <a:r>
                  <a:rPr lang="en-US" dirty="0"/>
                  <a:t> We then fit a degree-0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23</a:t>
            </a:fld>
            <a:endParaRPr lang="en-US"/>
          </a:p>
        </p:txBody>
      </p:sp>
      <p:pic>
        <p:nvPicPr>
          <p:cNvPr id="18436" name="Picture 4">
            <a:extLst>
              <a:ext uri="{FF2B5EF4-FFF2-40B4-BE49-F238E27FC236}">
                <a16:creationId xmlns:a16="http://schemas.microsoft.com/office/drawing/2014/main" id="{F70A7318-2764-4756-ADE5-FEEC75DEFBF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88073"/>
            <a:ext cx="5312675"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867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0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normAutofit/>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sin</m:t>
                        </m:r>
                      </m:fName>
                      <m:e>
                        <m:d>
                          <m:dPr>
                            <m:ctrlPr>
                              <a:rPr lang="en-US" i="1" dirty="0" smtClean="0">
                                <a:latin typeface="Cambria Math" panose="02040503050406030204" pitchFamily="18" charset="0"/>
                              </a:rPr>
                            </m:ctrlPr>
                          </m:dPr>
                          <m:e>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e>
                        </m:d>
                      </m:e>
                    </m:func>
                    <m:r>
                      <a:rPr lang="en-US" i="1" dirty="0" smtClean="0">
                        <a:latin typeface="Cambria Math" panose="02040503050406030204" pitchFamily="18" charset="0"/>
                      </a:rPr>
                      <m:t>+</m:t>
                    </m:r>
                    <m:r>
                      <a:rPr lang="en-US" b="0" i="1" dirty="0" smtClean="0">
                        <a:latin typeface="Cambria Math" panose="02040503050406030204" pitchFamily="18" charset="0"/>
                      </a:rPr>
                      <m:t>𝑁</m:t>
                    </m:r>
                    <m:d>
                      <m:dPr>
                        <m:ctrlPr>
                          <a:rPr lang="en-US" b="0" i="1" dirty="0" smtClean="0">
                            <a:latin typeface="Cambria Math" panose="02040503050406030204" pitchFamily="18" charset="0"/>
                          </a:rPr>
                        </m:ctrlPr>
                      </m:dPr>
                      <m:e>
                        <m:r>
                          <a:rPr lang="en-US" i="1" dirty="0" smtClean="0">
                            <a:latin typeface="Cambria Math" panose="02040503050406030204" pitchFamily="18" charset="0"/>
                          </a:rPr>
                          <m:t>0.1</m:t>
                        </m:r>
                      </m:e>
                    </m:d>
                  </m:oMath>
                </a14:m>
                <a:br>
                  <a:rPr lang="en-US" dirty="0"/>
                </a:br>
                <a:r>
                  <a:rPr lang="en-US" dirty="0"/>
                  <a:t>fit a degree-0 polynomial</a:t>
                </a:r>
              </a:p>
              <a:p>
                <a:pPr algn="l">
                  <a:buFont typeface="Arial" panose="020B0604020202020204" pitchFamily="34" charset="0"/>
                  <a:buChar char="•"/>
                </a:pPr>
                <a:r>
                  <a:rPr lang="en-US" b="0" i="0" dirty="0">
                    <a:solidFill>
                      <a:srgbClr val="000000"/>
                    </a:solidFill>
                    <a:effectLst/>
                    <a:latin typeface="Helvetica Neue"/>
                  </a:rPr>
                  <a:t>Bias: the error between outcome and average prediction</a:t>
                </a:r>
              </a:p>
              <a:p>
                <a:pPr algn="l">
                  <a:buFont typeface="Arial" panose="020B0604020202020204" pitchFamily="34" charset="0"/>
                  <a:buChar char="•"/>
                </a:pPr>
                <a:r>
                  <a:rPr lang="en-US" b="0" i="0" dirty="0">
                    <a:solidFill>
                      <a:srgbClr val="000000"/>
                    </a:solidFill>
                    <a:effectLst/>
                    <a:latin typeface="Helvetica Neue"/>
                  </a:rPr>
                  <a:t>Variance: the variance of prediction</a:t>
                </a:r>
              </a:p>
              <a:p>
                <a:endParaRPr lang="en-US" dirty="0"/>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24</a:t>
            </a:fld>
            <a:endParaRPr lang="en-US"/>
          </a:p>
        </p:txBody>
      </p:sp>
      <p:pic>
        <p:nvPicPr>
          <p:cNvPr id="20482" name="Picture 2">
            <a:extLst>
              <a:ext uri="{FF2B5EF4-FFF2-40B4-BE49-F238E27FC236}">
                <a16:creationId xmlns:a16="http://schemas.microsoft.com/office/drawing/2014/main" id="{E5C6A444-2B5C-4C5F-AA85-FD4525D501E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60641"/>
            <a:ext cx="5312675" cy="4005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643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3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1</m:t>
                    </m:r>
                    <m:r>
                      <a:rPr lang="en-US" i="1" dirty="0" smtClean="0">
                        <a:latin typeface="Cambria Math" panose="02040503050406030204" pitchFamily="18" charset="0"/>
                      </a:rPr>
                      <m:t>)</m:t>
                    </m:r>
                  </m:oMath>
                </a14:m>
                <a:endParaRPr lang="en-US" dirty="0"/>
              </a:p>
              <a:p>
                <a:r>
                  <a:rPr lang="en-US" dirty="0"/>
                  <a:t> We then fit a degree-3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25</a:t>
            </a:fld>
            <a:endParaRPr lang="en-US"/>
          </a:p>
        </p:txBody>
      </p:sp>
      <p:pic>
        <p:nvPicPr>
          <p:cNvPr id="19458" name="Picture 2">
            <a:extLst>
              <a:ext uri="{FF2B5EF4-FFF2-40B4-BE49-F238E27FC236}">
                <a16:creationId xmlns:a16="http://schemas.microsoft.com/office/drawing/2014/main" id="{FB94FF71-D446-4422-AC90-E7E8FE693A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88073"/>
            <a:ext cx="5312675"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170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3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a:p>
                <a:r>
                  <a:rPr lang="en-US" dirty="0"/>
                  <a:t> We then fit a degree-3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26</a:t>
            </a:fld>
            <a:endParaRPr lang="en-US"/>
          </a:p>
        </p:txBody>
      </p:sp>
      <p:pic>
        <p:nvPicPr>
          <p:cNvPr id="21506" name="Picture 2">
            <a:extLst>
              <a:ext uri="{FF2B5EF4-FFF2-40B4-BE49-F238E27FC236}">
                <a16:creationId xmlns:a16="http://schemas.microsoft.com/office/drawing/2014/main" id="{DC303582-E92A-42B9-8BFA-20C6CE8512E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88073"/>
            <a:ext cx="5312675"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631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D30B9-38E5-4832-B5F8-6BB07DA31D63}"/>
              </a:ext>
            </a:extLst>
          </p:cNvPr>
          <p:cNvSpPr>
            <a:spLocks noGrp="1"/>
          </p:cNvSpPr>
          <p:nvPr>
            <p:ph type="title"/>
          </p:nvPr>
        </p:nvSpPr>
        <p:spPr/>
        <p:txBody>
          <a:bodyPr/>
          <a:lstStyle/>
          <a:p>
            <a:r>
              <a:rPr lang="en-US" dirty="0"/>
              <a:t>Degree 3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90ABFC-DFDD-46B1-A5CC-549A13E4DE8A}"/>
                  </a:ext>
                </a:extLst>
              </p:cNvPr>
              <p:cNvSpPr>
                <a:spLocks noGrp="1"/>
              </p:cNvSpPr>
              <p:nvPr>
                <p:ph sz="half" idx="1"/>
              </p:nvPr>
            </p:nvSpPr>
            <p:spPr/>
            <p:txBody>
              <a:bodyPr/>
              <a:lstStyle/>
              <a:p>
                <a:r>
                  <a:rPr lang="en-US" dirty="0"/>
                  <a:t>Here we generate some samples 𝑥,𝑦 from </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m:rPr>
                        <m:sty m:val="p"/>
                      </m:rPr>
                      <a:rPr lang="en-US" i="1" dirty="0" smtClean="0">
                        <a:latin typeface="Cambria Math" panose="02040503050406030204" pitchFamily="18" charset="0"/>
                      </a:rPr>
                      <m:t>sin</m:t>
                    </m:r>
                    <m:r>
                      <a:rPr lang="en-US" i="1" dirty="0" smtClean="0">
                        <a:latin typeface="Cambria Math" panose="02040503050406030204" pitchFamily="18" charset="0"/>
                      </a:rPr>
                      <m:t>⁡(2</m:t>
                    </m:r>
                    <m:r>
                      <a:rPr lang="en-US" i="1" dirty="0" smtClean="0">
                        <a:latin typeface="Cambria Math" panose="02040503050406030204" pitchFamily="18" charset="0"/>
                      </a:rPr>
                      <m:t>𝜋</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a:p>
                <a:r>
                  <a:rPr lang="en-US" dirty="0"/>
                  <a:t> We then fit a degree-3 polynomial</a:t>
                </a:r>
              </a:p>
            </p:txBody>
          </p:sp>
        </mc:Choice>
        <mc:Fallback>
          <p:sp>
            <p:nvSpPr>
              <p:cNvPr id="3" name="Content Placeholder 2">
                <a:extLst>
                  <a:ext uri="{FF2B5EF4-FFF2-40B4-BE49-F238E27FC236}">
                    <a16:creationId xmlns:a16="http://schemas.microsoft.com/office/drawing/2014/main" id="{7790ABFC-DFDD-46B1-A5CC-549A13E4DE8A}"/>
                  </a:ext>
                </a:extLst>
              </p:cNvPr>
              <p:cNvSpPr>
                <a:spLocks noGrp="1" noRot="1" noChangeAspect="1" noMove="1" noResize="1" noEditPoints="1" noAdjustHandles="1" noChangeArrowheads="1" noChangeShapeType="1" noTextEdit="1"/>
              </p:cNvSpPr>
              <p:nvPr>
                <p:ph sz="half" idx="1"/>
              </p:nvPr>
            </p:nvSpPr>
            <p:spPr>
              <a:blipFill>
                <a:blip r:embed="rId2"/>
                <a:stretch>
                  <a:fillRect l="-2039" t="-13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4F3092-4952-4353-8E1D-8D901A2764D3}"/>
              </a:ext>
            </a:extLst>
          </p:cNvPr>
          <p:cNvSpPr>
            <a:spLocks noGrp="1"/>
          </p:cNvSpPr>
          <p:nvPr>
            <p:ph type="sldNum" sz="quarter" idx="10"/>
          </p:nvPr>
        </p:nvSpPr>
        <p:spPr/>
        <p:txBody>
          <a:bodyPr/>
          <a:lstStyle/>
          <a:p>
            <a:fld id="{1E375138-EC3A-4CD7-9071-7F7F50FC778A}" type="slidenum">
              <a:rPr lang="en-US" smtClean="0"/>
              <a:t>27</a:t>
            </a:fld>
            <a:endParaRPr lang="en-US"/>
          </a:p>
        </p:txBody>
      </p:sp>
      <p:pic>
        <p:nvPicPr>
          <p:cNvPr id="22530" name="Picture 2">
            <a:extLst>
              <a:ext uri="{FF2B5EF4-FFF2-40B4-BE49-F238E27FC236}">
                <a16:creationId xmlns:a16="http://schemas.microsoft.com/office/drawing/2014/main" id="{849A7AEA-83C4-42AA-9BDD-E40F460AB7A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33662" y="1860641"/>
            <a:ext cx="5312675" cy="4005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874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7E464-4BFF-47A2-BF68-5B33D2A5E817}"/>
              </a:ext>
            </a:extLst>
          </p:cNvPr>
          <p:cNvSpPr>
            <a:spLocks noGrp="1"/>
          </p:cNvSpPr>
          <p:nvPr>
            <p:ph type="title"/>
          </p:nvPr>
        </p:nvSpPr>
        <p:spPr/>
        <p:txBody>
          <a:bodyPr>
            <a:normAutofit fontScale="90000"/>
          </a:bodyPr>
          <a:lstStyle/>
          <a:p>
            <a:r>
              <a:rPr lang="en-US" dirty="0"/>
              <a:t>Bias and Variance for different degree sizes</a:t>
            </a:r>
          </a:p>
        </p:txBody>
      </p:sp>
      <p:sp>
        <p:nvSpPr>
          <p:cNvPr id="5" name="Slide Number Placeholder 4">
            <a:extLst>
              <a:ext uri="{FF2B5EF4-FFF2-40B4-BE49-F238E27FC236}">
                <a16:creationId xmlns:a16="http://schemas.microsoft.com/office/drawing/2014/main" id="{3402062D-8EAE-4856-92F3-99070CEEDAC6}"/>
              </a:ext>
            </a:extLst>
          </p:cNvPr>
          <p:cNvSpPr>
            <a:spLocks noGrp="1"/>
          </p:cNvSpPr>
          <p:nvPr>
            <p:ph type="sldNum" sz="quarter" idx="10"/>
          </p:nvPr>
        </p:nvSpPr>
        <p:spPr/>
        <p:txBody>
          <a:bodyPr/>
          <a:lstStyle/>
          <a:p>
            <a:fld id="{1E375138-EC3A-4CD7-9071-7F7F50FC778A}" type="slidenum">
              <a:rPr lang="en-US" smtClean="0"/>
              <a:t>28</a:t>
            </a:fld>
            <a:endParaRPr lang="en-US"/>
          </a:p>
        </p:txBody>
      </p:sp>
      <p:pic>
        <p:nvPicPr>
          <p:cNvPr id="23554" name="Picture 2">
            <a:extLst>
              <a:ext uri="{FF2B5EF4-FFF2-40B4-BE49-F238E27FC236}">
                <a16:creationId xmlns:a16="http://schemas.microsoft.com/office/drawing/2014/main" id="{95DC8498-00C6-4726-B97B-FE73205C99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3671" y="1679317"/>
            <a:ext cx="5184658" cy="395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528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4A45A-B61C-4520-A3A1-BB944323C91C}"/>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DAD12403-65E6-47C0-9150-ADE03D1DB9EC}"/>
              </a:ext>
            </a:extLst>
          </p:cNvPr>
          <p:cNvSpPr>
            <a:spLocks noGrp="1"/>
          </p:cNvSpPr>
          <p:nvPr>
            <p:ph idx="1"/>
          </p:nvPr>
        </p:nvSpPr>
        <p:spPr/>
        <p:txBody>
          <a:bodyPr/>
          <a:lstStyle/>
          <a:p>
            <a:r>
              <a:rPr lang="en-US" dirty="0"/>
              <a:t>An expert on TV claims to have a formula to predict outcome of presidential election. It uses 31 measurements of various economic and societal quantities (inflation, divorce rate, </a:t>
            </a:r>
            <a:r>
              <a:rPr lang="en-US" dirty="0" err="1"/>
              <a:t>etc</a:t>
            </a:r>
            <a:r>
              <a:rPr lang="en-US" dirty="0"/>
              <a:t>). The formula correctly predicts the winner of all elections 1928-2020. Should you believe the formula’s prediction for the 2024 election?</a:t>
            </a:r>
          </a:p>
        </p:txBody>
      </p:sp>
      <p:sp>
        <p:nvSpPr>
          <p:cNvPr id="4" name="Slide Number Placeholder 3">
            <a:extLst>
              <a:ext uri="{FF2B5EF4-FFF2-40B4-BE49-F238E27FC236}">
                <a16:creationId xmlns:a16="http://schemas.microsoft.com/office/drawing/2014/main" id="{F05378DF-D28F-45F1-A916-0BF781C5D3B9}"/>
              </a:ext>
            </a:extLst>
          </p:cNvPr>
          <p:cNvSpPr>
            <a:spLocks noGrp="1"/>
          </p:cNvSpPr>
          <p:nvPr>
            <p:ph type="sldNum" sz="quarter" idx="10"/>
          </p:nvPr>
        </p:nvSpPr>
        <p:spPr/>
        <p:txBody>
          <a:bodyPr/>
          <a:lstStyle/>
          <a:p>
            <a:fld id="{1E375138-EC3A-4CD7-9071-7F7F50FC778A}" type="slidenum">
              <a:rPr lang="en-US" smtClean="0"/>
              <a:t>29</a:t>
            </a:fld>
            <a:endParaRPr lang="en-US"/>
          </a:p>
        </p:txBody>
      </p:sp>
    </p:spTree>
    <p:extLst>
      <p:ext uri="{BB962C8B-B14F-4D97-AF65-F5344CB8AC3E}">
        <p14:creationId xmlns:p14="http://schemas.microsoft.com/office/powerpoint/2010/main" val="1238262202"/>
      </p:ext>
    </p:extLst>
  </p:cSld>
  <p:clrMapOvr>
    <a:masterClrMapping/>
  </p:clrMapOvr>
</p:sld>
</file>

<file path=ppt/theme/theme1.xml><?xml version="1.0" encoding="utf-8"?>
<a:theme xmlns:a="http://schemas.openxmlformats.org/drawingml/2006/main" name="1_Office Theme">
  <a:themeElements>
    <a:clrScheme name="GMU">
      <a:dk1>
        <a:sysClr val="windowText" lastClr="000000"/>
      </a:dk1>
      <a:lt1>
        <a:sysClr val="window" lastClr="FFFFFF"/>
      </a:lt1>
      <a:dk2>
        <a:srgbClr val="1F497D"/>
      </a:dk2>
      <a:lt2>
        <a:srgbClr val="EEECE1"/>
      </a:lt2>
      <a:accent1>
        <a:srgbClr val="005239"/>
      </a:accent1>
      <a:accent2>
        <a:srgbClr val="FFC733"/>
      </a:accent2>
      <a:accent3>
        <a:srgbClr val="333333"/>
      </a:accent3>
      <a:accent4>
        <a:srgbClr val="CC4824"/>
      </a:accent4>
      <a:accent5>
        <a:srgbClr val="008285"/>
      </a:accent5>
      <a:accent6>
        <a:srgbClr val="727579"/>
      </a:accent6>
      <a:hlink>
        <a:srgbClr val="004F71"/>
      </a:hlink>
      <a:folHlink>
        <a:srgbClr val="000000"/>
      </a:folHlink>
    </a:clrScheme>
    <a:fontScheme name="Custom 1">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38100">
          <a:prstDash val="dash"/>
          <a:headEnd type="diamond"/>
          <a:tailEnd type="stealth" w="lg" len="lg"/>
        </a:ln>
        <a:effectLst>
          <a:outerShdw blurRad="40000" dist="63500" dir="3960000" rotWithShape="0">
            <a:srgbClr val="000000">
              <a:alpha val="38000"/>
            </a:srgbClr>
          </a:outerShdw>
        </a:effectLst>
      </a:spPr>
      <a:bodyPr rtlCol="0" anchor="ctr"/>
      <a:lstStyle>
        <a:defPPr algn="ctr">
          <a:defRPr/>
        </a:defPPr>
      </a:lstStyle>
      <a:style>
        <a:lnRef idx="2">
          <a:schemeClr val="accent1"/>
        </a:lnRef>
        <a:fillRef idx="0">
          <a:schemeClr val="accent1"/>
        </a:fillRef>
        <a:effectRef idx="1">
          <a:schemeClr val="accent1"/>
        </a:effectRef>
        <a:fontRef idx="minor">
          <a:schemeClr val="tx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8C5738322DB74D85228DD973DFB4D9" ma:contentTypeVersion="16" ma:contentTypeDescription="Create a new document." ma:contentTypeScope="" ma:versionID="2729c38e4df37ce9c37903e2d0f59f13">
  <xsd:schema xmlns:xsd="http://www.w3.org/2001/XMLSchema" xmlns:xs="http://www.w3.org/2001/XMLSchema" xmlns:p="http://schemas.microsoft.com/office/2006/metadata/properties" xmlns:ns3="1ca97ff5-0103-4985-913e-babd51d2f8a6" xmlns:ns4="d8fdf6ef-f40f-434d-9e4d-62c92d97122a" targetNamespace="http://schemas.microsoft.com/office/2006/metadata/properties" ma:root="true" ma:fieldsID="6b5818b1b9735794e1efa040aa9217bc" ns3:_="" ns4:_="">
    <xsd:import namespace="1ca97ff5-0103-4985-913e-babd51d2f8a6"/>
    <xsd:import namespace="d8fdf6ef-f40f-434d-9e4d-62c92d97122a"/>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element ref="ns3:MediaServiceObjectDetectorVersions"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a97ff5-0103-4985-913e-babd51d2f8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fdf6ef-f40f-434d-9e4d-62c92d97122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ca97ff5-0103-4985-913e-babd51d2f8a6" xsi:nil="true"/>
  </documentManagement>
</p:properties>
</file>

<file path=customXml/itemProps1.xml><?xml version="1.0" encoding="utf-8"?>
<ds:datastoreItem xmlns:ds="http://schemas.openxmlformats.org/officeDocument/2006/customXml" ds:itemID="{B522527D-123B-4311-8BC8-0BF6284CD50F}">
  <ds:schemaRefs>
    <ds:schemaRef ds:uri="http://schemas.microsoft.com/sharepoint/v3/contenttype/forms"/>
  </ds:schemaRefs>
</ds:datastoreItem>
</file>

<file path=customXml/itemProps2.xml><?xml version="1.0" encoding="utf-8"?>
<ds:datastoreItem xmlns:ds="http://schemas.openxmlformats.org/officeDocument/2006/customXml" ds:itemID="{67BADF82-2AF0-49B5-947B-3A77DCA33E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a97ff5-0103-4985-913e-babd51d2f8a6"/>
    <ds:schemaRef ds:uri="d8fdf6ef-f40f-434d-9e4d-62c92d9712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0C3CFC-C4FC-4EAA-9093-E703A345A5C2}">
  <ds:schemaRefs>
    <ds:schemaRef ds:uri="http://schemas.microsoft.com/office/2006/metadata/properties"/>
    <ds:schemaRef ds:uri="http://schemas.microsoft.com/office/2006/documentManagement/types"/>
    <ds:schemaRef ds:uri="http://www.w3.org/XML/1998/namespace"/>
    <ds:schemaRef ds:uri="1ca97ff5-0103-4985-913e-babd51d2f8a6"/>
    <ds:schemaRef ds:uri="http://purl.org/dc/terms/"/>
    <ds:schemaRef ds:uri="http://schemas.microsoft.com/office/infopath/2007/PartnerControls"/>
    <ds:schemaRef ds:uri="http://purl.org/dc/dcmitype/"/>
    <ds:schemaRef ds:uri="d8fdf6ef-f40f-434d-9e4d-62c92d97122a"/>
    <ds:schemaRef ds:uri="http://purl.org/dc/elements/1.1/"/>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Facet</Template>
  <TotalTime>14704</TotalTime>
  <Words>1697</Words>
  <Application>Microsoft Office PowerPoint</Application>
  <PresentationFormat>Widescreen</PresentationFormat>
  <Paragraphs>164</Paragraphs>
  <Slides>29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Helvetica Neue</vt:lpstr>
      <vt:lpstr>Arial</vt:lpstr>
      <vt:lpstr>Calibri</vt:lpstr>
      <vt:lpstr>Cambria Math</vt:lpstr>
      <vt:lpstr>Myanmar Text</vt:lpstr>
      <vt:lpstr>Univers</vt:lpstr>
      <vt:lpstr>1_Office Theme</vt:lpstr>
      <vt:lpstr>CS-688 Machine Learning</vt:lpstr>
      <vt:lpstr>Logistic</vt:lpstr>
      <vt:lpstr>Linear regression</vt:lpstr>
      <vt:lpstr>Outline</vt:lpstr>
      <vt:lpstr>Linear models</vt:lpstr>
      <vt:lpstr>Generalized linear model</vt:lpstr>
      <vt:lpstr>Basis function</vt:lpstr>
      <vt:lpstr>Exercise: write out the basis function</vt:lpstr>
      <vt:lpstr>Exercise: What It Means to Learn</vt:lpstr>
      <vt:lpstr>Exercise: What It Means to Learn</vt:lpstr>
      <vt:lpstr>Exercise: What It Means to Learn</vt:lpstr>
      <vt:lpstr>Exercise: What It Means to Learn</vt:lpstr>
      <vt:lpstr>Exercise: What It Means to Learn</vt:lpstr>
      <vt:lpstr>Implications of statistical learning</vt:lpstr>
      <vt:lpstr>Bias-Variance Tradeoff</vt:lpstr>
      <vt:lpstr>Overfitting: degree of linear regression</vt:lpstr>
      <vt:lpstr>Overfitting: Dataset Size</vt:lpstr>
      <vt:lpstr>Overall Performance</vt:lpstr>
      <vt:lpstr>Testing and training</vt:lpstr>
      <vt:lpstr>Bias-Variance Tradeoff</vt:lpstr>
      <vt:lpstr>Degree 0 polynomial</vt:lpstr>
      <vt:lpstr>Degree 0 polynomial</vt:lpstr>
      <vt:lpstr>Degree 0 polynomial</vt:lpstr>
      <vt:lpstr>Degree 0 polynomial</vt:lpstr>
      <vt:lpstr>Degree 3 polynomial</vt:lpstr>
      <vt:lpstr>Degree 3 polynomial</vt:lpstr>
      <vt:lpstr>Degree 3 polynomial</vt:lpstr>
      <vt:lpstr>Bias and Variance for different degree sizes</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fang yi yu</dc:creator>
  <cp:lastModifiedBy>Fang-Yi Yu</cp:lastModifiedBy>
  <cp:revision>779</cp:revision>
  <cp:lastPrinted>2025-01-12T20:21:23Z</cp:lastPrinted>
  <dcterms:created xsi:type="dcterms:W3CDTF">2019-05-06T18:30:56Z</dcterms:created>
  <dcterms:modified xsi:type="dcterms:W3CDTF">2025-09-10T23:20:16Z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0x0101002F8C5738322DB74D85228DD973DFB4D9</vt:lpwstr>
  </property>
</Properties>
</file>