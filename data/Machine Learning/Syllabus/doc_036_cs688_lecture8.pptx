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4"/>
  </p:sldMasterIdLst>
  <p:notesMasterIdLst>
    <p:notesMasterId r:id="rId38"/>
  </p:notesMasterIdLst>
  <p:sldIdLst>
    <p:sldId id="256" r:id="rId5"/>
    <p:sldId id="257" r:id="rId6"/>
    <p:sldId id="494" r:id="rId7"/>
    <p:sldId id="522" r:id="rId8"/>
    <p:sldId id="517" r:id="rId9"/>
    <p:sldId id="521" r:id="rId10"/>
    <p:sldId id="519" r:id="rId11"/>
    <p:sldId id="523" r:id="rId12"/>
    <p:sldId id="525" r:id="rId13"/>
    <p:sldId id="526" r:id="rId14"/>
    <p:sldId id="529" r:id="rId15"/>
    <p:sldId id="530" r:id="rId16"/>
    <p:sldId id="531" r:id="rId17"/>
    <p:sldId id="532" r:id="rId18"/>
    <p:sldId id="533" r:id="rId19"/>
    <p:sldId id="534" r:id="rId20"/>
    <p:sldId id="536" r:id="rId21"/>
    <p:sldId id="537" r:id="rId22"/>
    <p:sldId id="538" r:id="rId23"/>
    <p:sldId id="539" r:id="rId24"/>
    <p:sldId id="544" r:id="rId25"/>
    <p:sldId id="540" r:id="rId26"/>
    <p:sldId id="541" r:id="rId27"/>
    <p:sldId id="542" r:id="rId28"/>
    <p:sldId id="543" r:id="rId29"/>
    <p:sldId id="545" r:id="rId30"/>
    <p:sldId id="546" r:id="rId31"/>
    <p:sldId id="527" r:id="rId32"/>
    <p:sldId id="528" r:id="rId33"/>
    <p:sldId id="524" r:id="rId34"/>
    <p:sldId id="520" r:id="rId35"/>
    <p:sldId id="495" r:id="rId36"/>
    <p:sldId id="49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39"/>
    <a:srgbClr val="005339"/>
    <a:srgbClr val="A8C46E"/>
    <a:srgbClr val="AD1A3A"/>
    <a:srgbClr val="B8A8CB"/>
    <a:srgbClr val="FFFFFF"/>
    <a:srgbClr val="C0504D"/>
    <a:srgbClr val="9BBB59"/>
    <a:srgbClr val="DC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EBDF25-7C3E-4ABE-BA1A-C8D98314FEEF}" v="4700" dt="2025-10-08T23:01:34.4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240" y="17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g-Yi Yu" userId="f9586db0-74ee-4635-a01b-2383b74f8a0c" providerId="ADAL" clId="{CAFF122E-D8DF-4CDB-8CCC-56338B5E54EF}"/>
    <pc:docChg chg="undo redo custSel addSld delSld modSld sldOrd">
      <pc:chgData name="Fang-Yi Yu" userId="f9586db0-74ee-4635-a01b-2383b74f8a0c" providerId="ADAL" clId="{CAFF122E-D8DF-4CDB-8CCC-56338B5E54EF}" dt="2025-10-08T23:02:40.648" v="6771" actId="47"/>
      <pc:docMkLst>
        <pc:docMk/>
      </pc:docMkLst>
      <pc:sldChg chg="modSp mod">
        <pc:chgData name="Fang-Yi Yu" userId="f9586db0-74ee-4635-a01b-2383b74f8a0c" providerId="ADAL" clId="{CAFF122E-D8DF-4CDB-8CCC-56338B5E54EF}" dt="2025-10-08T20:17:43.193" v="56" actId="20577"/>
        <pc:sldMkLst>
          <pc:docMk/>
          <pc:sldMk cId="2752177244" sldId="257"/>
        </pc:sldMkLst>
        <pc:spChg chg="mod">
          <ac:chgData name="Fang-Yi Yu" userId="f9586db0-74ee-4635-a01b-2383b74f8a0c" providerId="ADAL" clId="{CAFF122E-D8DF-4CDB-8CCC-56338B5E54EF}" dt="2025-10-08T20:17:43.193" v="56" actId="20577"/>
          <ac:spMkLst>
            <pc:docMk/>
            <pc:sldMk cId="2752177244" sldId="257"/>
            <ac:spMk id="3" creationId="{7CA491FF-2830-A259-183A-1D171EF9956C}"/>
          </ac:spMkLst>
        </pc:spChg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370683190" sldId="282"/>
        </pc:sldMkLst>
      </pc:sldChg>
      <pc:sldChg chg="del">
        <pc:chgData name="Fang-Yi Yu" userId="f9586db0-74ee-4635-a01b-2383b74f8a0c" providerId="ADAL" clId="{CAFF122E-D8DF-4CDB-8CCC-56338B5E54EF}" dt="2025-10-08T20:18:25.136" v="58" actId="47"/>
        <pc:sldMkLst>
          <pc:docMk/>
          <pc:sldMk cId="2860283807" sldId="434"/>
        </pc:sldMkLst>
      </pc:sldChg>
      <pc:sldChg chg="del">
        <pc:chgData name="Fang-Yi Yu" userId="f9586db0-74ee-4635-a01b-2383b74f8a0c" providerId="ADAL" clId="{CAFF122E-D8DF-4CDB-8CCC-56338B5E54EF}" dt="2025-10-08T20:18:25.136" v="58" actId="47"/>
        <pc:sldMkLst>
          <pc:docMk/>
          <pc:sldMk cId="3546707191" sldId="491"/>
        </pc:sldMkLst>
      </pc:sldChg>
      <pc:sldChg chg="del">
        <pc:chgData name="Fang-Yi Yu" userId="f9586db0-74ee-4635-a01b-2383b74f8a0c" providerId="ADAL" clId="{CAFF122E-D8DF-4CDB-8CCC-56338B5E54EF}" dt="2025-10-08T20:18:25.136" v="58" actId="47"/>
        <pc:sldMkLst>
          <pc:docMk/>
          <pc:sldMk cId="2618978058" sldId="492"/>
        </pc:sldMkLst>
      </pc:sldChg>
      <pc:sldChg chg="del">
        <pc:chgData name="Fang-Yi Yu" userId="f9586db0-74ee-4635-a01b-2383b74f8a0c" providerId="ADAL" clId="{CAFF122E-D8DF-4CDB-8CCC-56338B5E54EF}" dt="2025-10-08T20:18:14.966" v="57" actId="47"/>
        <pc:sldMkLst>
          <pc:docMk/>
          <pc:sldMk cId="4038431964" sldId="493"/>
        </pc:sldMkLst>
      </pc:sldChg>
      <pc:sldChg chg="modSp mod">
        <pc:chgData name="Fang-Yi Yu" userId="f9586db0-74ee-4635-a01b-2383b74f8a0c" providerId="ADAL" clId="{CAFF122E-D8DF-4CDB-8CCC-56338B5E54EF}" dt="2025-10-08T20:24:52.611" v="434" actId="20577"/>
        <pc:sldMkLst>
          <pc:docMk/>
          <pc:sldMk cId="973549459" sldId="494"/>
        </pc:sldMkLst>
        <pc:spChg chg="mod">
          <ac:chgData name="Fang-Yi Yu" userId="f9586db0-74ee-4635-a01b-2383b74f8a0c" providerId="ADAL" clId="{CAFF122E-D8DF-4CDB-8CCC-56338B5E54EF}" dt="2025-10-08T20:19:55.882" v="138" actId="20577"/>
          <ac:spMkLst>
            <pc:docMk/>
            <pc:sldMk cId="973549459" sldId="494"/>
            <ac:spMk id="2" creationId="{F30BA99B-5FD8-7DF6-E8C4-0989FE43B740}"/>
          </ac:spMkLst>
        </pc:spChg>
        <pc:spChg chg="mod">
          <ac:chgData name="Fang-Yi Yu" userId="f9586db0-74ee-4635-a01b-2383b74f8a0c" providerId="ADAL" clId="{CAFF122E-D8DF-4CDB-8CCC-56338B5E54EF}" dt="2025-10-08T20:24:52.611" v="434" actId="20577"/>
          <ac:spMkLst>
            <pc:docMk/>
            <pc:sldMk cId="973549459" sldId="494"/>
            <ac:spMk id="3" creationId="{77913DEA-ECBC-0CF9-087E-6F8DEDFFE0EE}"/>
          </ac:spMkLst>
        </pc:spChg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2080085907" sldId="497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2302148735" sldId="498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2981910480" sldId="499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1418378759" sldId="500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4294082733" sldId="501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1136236570" sldId="502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1941717028" sldId="503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3930498323" sldId="504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2093395927" sldId="505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396441398" sldId="506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1711625091" sldId="507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281394444" sldId="508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4041702603" sldId="509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2017097375" sldId="510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2366359306" sldId="513"/>
        </pc:sldMkLst>
      </pc:sldChg>
      <pc:sldChg chg="del">
        <pc:chgData name="Fang-Yi Yu" userId="f9586db0-74ee-4635-a01b-2383b74f8a0c" providerId="ADAL" clId="{CAFF122E-D8DF-4CDB-8CCC-56338B5E54EF}" dt="2025-10-08T22:55:30.298" v="6548" actId="47"/>
        <pc:sldMkLst>
          <pc:docMk/>
          <pc:sldMk cId="2230584722" sldId="515"/>
        </pc:sldMkLst>
      </pc:sldChg>
      <pc:sldChg chg="modSp new del mod">
        <pc:chgData name="Fang-Yi Yu" userId="f9586db0-74ee-4635-a01b-2383b74f8a0c" providerId="ADAL" clId="{CAFF122E-D8DF-4CDB-8CCC-56338B5E54EF}" dt="2025-10-08T20:37:11.513" v="822" actId="47"/>
        <pc:sldMkLst>
          <pc:docMk/>
          <pc:sldMk cId="2287772778" sldId="516"/>
        </pc:sldMkLst>
        <pc:spChg chg="mod">
          <ac:chgData name="Fang-Yi Yu" userId="f9586db0-74ee-4635-a01b-2383b74f8a0c" providerId="ADAL" clId="{CAFF122E-D8DF-4CDB-8CCC-56338B5E54EF}" dt="2025-10-08T20:25:18.305" v="439" actId="27636"/>
          <ac:spMkLst>
            <pc:docMk/>
            <pc:sldMk cId="2287772778" sldId="516"/>
            <ac:spMk id="2" creationId="{5AA4D5D5-C64E-9EFB-CFBB-6C4B41C13585}"/>
          </ac:spMkLst>
        </pc:spChg>
      </pc:sldChg>
      <pc:sldChg chg="addSp modSp add mod">
        <pc:chgData name="Fang-Yi Yu" userId="f9586db0-74ee-4635-a01b-2383b74f8a0c" providerId="ADAL" clId="{CAFF122E-D8DF-4CDB-8CCC-56338B5E54EF}" dt="2025-10-08T20:59:39.130" v="1574" actId="1076"/>
        <pc:sldMkLst>
          <pc:docMk/>
          <pc:sldMk cId="3328214696" sldId="517"/>
        </pc:sldMkLst>
        <pc:spChg chg="mod">
          <ac:chgData name="Fang-Yi Yu" userId="f9586db0-74ee-4635-a01b-2383b74f8a0c" providerId="ADAL" clId="{CAFF122E-D8DF-4CDB-8CCC-56338B5E54EF}" dt="2025-10-08T20:25:52.662" v="441"/>
          <ac:spMkLst>
            <pc:docMk/>
            <pc:sldMk cId="3328214696" sldId="517"/>
            <ac:spMk id="2" creationId="{A60D6AD7-8115-F2A8-BD3F-DBB212AD08E1}"/>
          </ac:spMkLst>
        </pc:spChg>
        <pc:spChg chg="mod">
          <ac:chgData name="Fang-Yi Yu" userId="f9586db0-74ee-4635-a01b-2383b74f8a0c" providerId="ADAL" clId="{CAFF122E-D8DF-4CDB-8CCC-56338B5E54EF}" dt="2025-10-08T20:59:20.160" v="1572" actId="20577"/>
          <ac:spMkLst>
            <pc:docMk/>
            <pc:sldMk cId="3328214696" sldId="517"/>
            <ac:spMk id="3" creationId="{6044D20B-36C7-C7EB-AA46-A5460B38FD41}"/>
          </ac:spMkLst>
        </pc:spChg>
        <pc:spChg chg="add mod">
          <ac:chgData name="Fang-Yi Yu" userId="f9586db0-74ee-4635-a01b-2383b74f8a0c" providerId="ADAL" clId="{CAFF122E-D8DF-4CDB-8CCC-56338B5E54EF}" dt="2025-10-08T20:59:39.130" v="1574" actId="1076"/>
          <ac:spMkLst>
            <pc:docMk/>
            <pc:sldMk cId="3328214696" sldId="517"/>
            <ac:spMk id="5" creationId="{20126F13-4563-BF25-3D41-7291BF587BE9}"/>
          </ac:spMkLst>
        </pc:spChg>
      </pc:sldChg>
      <pc:sldChg chg="modSp add del mod">
        <pc:chgData name="Fang-Yi Yu" userId="f9586db0-74ee-4635-a01b-2383b74f8a0c" providerId="ADAL" clId="{CAFF122E-D8DF-4CDB-8CCC-56338B5E54EF}" dt="2025-10-08T22:55:30.298" v="6548" actId="47"/>
        <pc:sldMkLst>
          <pc:docMk/>
          <pc:sldMk cId="2167710038" sldId="518"/>
        </pc:sldMkLst>
        <pc:spChg chg="mod">
          <ac:chgData name="Fang-Yi Yu" userId="f9586db0-74ee-4635-a01b-2383b74f8a0c" providerId="ADAL" clId="{CAFF122E-D8DF-4CDB-8CCC-56338B5E54EF}" dt="2025-10-08T20:36:03.771" v="802" actId="20577"/>
          <ac:spMkLst>
            <pc:docMk/>
            <pc:sldMk cId="2167710038" sldId="518"/>
            <ac:spMk id="2" creationId="{F07F1CB5-5639-2463-E557-15FCFF787E98}"/>
          </ac:spMkLst>
        </pc:spChg>
        <pc:spChg chg="mod">
          <ac:chgData name="Fang-Yi Yu" userId="f9586db0-74ee-4635-a01b-2383b74f8a0c" providerId="ADAL" clId="{CAFF122E-D8DF-4CDB-8CCC-56338B5E54EF}" dt="2025-10-08T20:36:48.559" v="820" actId="20577"/>
          <ac:spMkLst>
            <pc:docMk/>
            <pc:sldMk cId="2167710038" sldId="518"/>
            <ac:spMk id="3" creationId="{8120D9F8-42FA-414C-FEE3-CFC910D84D5E}"/>
          </ac:spMkLst>
        </pc:spChg>
      </pc:sldChg>
      <pc:sldChg chg="addSp delSp modSp add mod ord modClrScheme chgLayout">
        <pc:chgData name="Fang-Yi Yu" userId="f9586db0-74ee-4635-a01b-2383b74f8a0c" providerId="ADAL" clId="{CAFF122E-D8DF-4CDB-8CCC-56338B5E54EF}" dt="2025-10-08T21:25:21.544" v="2317" actId="20577"/>
        <pc:sldMkLst>
          <pc:docMk/>
          <pc:sldMk cId="1444483272" sldId="519"/>
        </pc:sldMkLst>
        <pc:spChg chg="mod ord">
          <ac:chgData name="Fang-Yi Yu" userId="f9586db0-74ee-4635-a01b-2383b74f8a0c" providerId="ADAL" clId="{CAFF122E-D8DF-4CDB-8CCC-56338B5E54EF}" dt="2025-10-08T21:04:36.709" v="1751" actId="20577"/>
          <ac:spMkLst>
            <pc:docMk/>
            <pc:sldMk cId="1444483272" sldId="519"/>
            <ac:spMk id="2" creationId="{98D86A5F-9F74-AC44-1034-7168A199890F}"/>
          </ac:spMkLst>
        </pc:spChg>
        <pc:spChg chg="del mod ord">
          <ac:chgData name="Fang-Yi Yu" userId="f9586db0-74ee-4635-a01b-2383b74f8a0c" providerId="ADAL" clId="{CAFF122E-D8DF-4CDB-8CCC-56338B5E54EF}" dt="2025-10-08T21:03:17.245" v="1632" actId="478"/>
          <ac:spMkLst>
            <pc:docMk/>
            <pc:sldMk cId="1444483272" sldId="519"/>
            <ac:spMk id="3" creationId="{52973464-6D52-93C1-9CB2-08E48D5790E9}"/>
          </ac:spMkLst>
        </pc:spChg>
        <pc:spChg chg="mod ord">
          <ac:chgData name="Fang-Yi Yu" userId="f9586db0-74ee-4635-a01b-2383b74f8a0c" providerId="ADAL" clId="{CAFF122E-D8DF-4CDB-8CCC-56338B5E54EF}" dt="2025-10-08T21:03:25.516" v="1635" actId="700"/>
          <ac:spMkLst>
            <pc:docMk/>
            <pc:sldMk cId="1444483272" sldId="519"/>
            <ac:spMk id="4" creationId="{6D6D772B-3FBD-BC45-84DA-B545923274B6}"/>
          </ac:spMkLst>
        </pc:spChg>
        <pc:spChg chg="add del mod ord">
          <ac:chgData name="Fang-Yi Yu" userId="f9586db0-74ee-4635-a01b-2383b74f8a0c" providerId="ADAL" clId="{CAFF122E-D8DF-4CDB-8CCC-56338B5E54EF}" dt="2025-10-08T21:03:18.913" v="1633" actId="478"/>
          <ac:spMkLst>
            <pc:docMk/>
            <pc:sldMk cId="1444483272" sldId="519"/>
            <ac:spMk id="5" creationId="{E3204D91-C635-22E6-8400-059F0D923A85}"/>
          </ac:spMkLst>
        </pc:spChg>
        <pc:spChg chg="add del mod ord">
          <ac:chgData name="Fang-Yi Yu" userId="f9586db0-74ee-4635-a01b-2383b74f8a0c" providerId="ADAL" clId="{CAFF122E-D8DF-4CDB-8CCC-56338B5E54EF}" dt="2025-10-08T21:03:25.516" v="1635" actId="700"/>
          <ac:spMkLst>
            <pc:docMk/>
            <pc:sldMk cId="1444483272" sldId="519"/>
            <ac:spMk id="6" creationId="{0952FE1C-F3B3-E578-4712-8C055449A09D}"/>
          </ac:spMkLst>
        </pc:spChg>
        <pc:spChg chg="add mod ord">
          <ac:chgData name="Fang-Yi Yu" userId="f9586db0-74ee-4635-a01b-2383b74f8a0c" providerId="ADAL" clId="{CAFF122E-D8DF-4CDB-8CCC-56338B5E54EF}" dt="2025-10-08T21:25:21.544" v="2317" actId="20577"/>
          <ac:spMkLst>
            <pc:docMk/>
            <pc:sldMk cId="1444483272" sldId="519"/>
            <ac:spMk id="7" creationId="{3F4B6FC5-CB69-9E06-5ECA-68D0A50AC551}"/>
          </ac:spMkLst>
        </pc:spChg>
        <pc:spChg chg="add del">
          <ac:chgData name="Fang-Yi Yu" userId="f9586db0-74ee-4635-a01b-2383b74f8a0c" providerId="ADAL" clId="{CAFF122E-D8DF-4CDB-8CCC-56338B5E54EF}" dt="2025-10-08T20:50:02.346" v="1422" actId="22"/>
          <ac:spMkLst>
            <pc:docMk/>
            <pc:sldMk cId="1444483272" sldId="519"/>
            <ac:spMk id="9" creationId="{46274D40-C2C3-1173-87DD-BF3C7FCD0792}"/>
          </ac:spMkLst>
        </pc:spChg>
        <pc:spChg chg="add del mod ord">
          <ac:chgData name="Fang-Yi Yu" userId="f9586db0-74ee-4635-a01b-2383b74f8a0c" providerId="ADAL" clId="{CAFF122E-D8DF-4CDB-8CCC-56338B5E54EF}" dt="2025-10-08T21:03:25.516" v="1635" actId="700"/>
          <ac:spMkLst>
            <pc:docMk/>
            <pc:sldMk cId="1444483272" sldId="519"/>
            <ac:spMk id="11" creationId="{A5B8D209-FE4F-2CBD-C6E8-F05DC0266663}"/>
          </ac:spMkLst>
        </pc:spChg>
        <pc:spChg chg="add del mod">
          <ac:chgData name="Fang-Yi Yu" userId="f9586db0-74ee-4635-a01b-2383b74f8a0c" providerId="ADAL" clId="{CAFF122E-D8DF-4CDB-8CCC-56338B5E54EF}" dt="2025-10-08T21:03:25.516" v="1635" actId="700"/>
          <ac:spMkLst>
            <pc:docMk/>
            <pc:sldMk cId="1444483272" sldId="519"/>
            <ac:spMk id="13" creationId="{1FF13C5A-2F56-0EBA-FA18-5C1AADC05F02}"/>
          </ac:spMkLst>
        </pc:spChg>
      </pc:sldChg>
      <pc:sldChg chg="addSp modSp add mod">
        <pc:chgData name="Fang-Yi Yu" userId="f9586db0-74ee-4635-a01b-2383b74f8a0c" providerId="ADAL" clId="{CAFF122E-D8DF-4CDB-8CCC-56338B5E54EF}" dt="2025-10-08T20:48:36.201" v="1369" actId="6549"/>
        <pc:sldMkLst>
          <pc:docMk/>
          <pc:sldMk cId="1360810999" sldId="520"/>
        </pc:sldMkLst>
        <pc:spChg chg="add mod">
          <ac:chgData name="Fang-Yi Yu" userId="f9586db0-74ee-4635-a01b-2383b74f8a0c" providerId="ADAL" clId="{CAFF122E-D8DF-4CDB-8CCC-56338B5E54EF}" dt="2025-10-08T20:48:36.201" v="1369" actId="6549"/>
          <ac:spMkLst>
            <pc:docMk/>
            <pc:sldMk cId="1360810999" sldId="520"/>
            <ac:spMk id="6" creationId="{C7CBBE6D-7542-764F-3B10-64C9A33FF4B0}"/>
          </ac:spMkLst>
        </pc:spChg>
      </pc:sldChg>
      <pc:sldChg chg="addSp modSp new mod">
        <pc:chgData name="Fang-Yi Yu" userId="f9586db0-74ee-4635-a01b-2383b74f8a0c" providerId="ADAL" clId="{CAFF122E-D8DF-4CDB-8CCC-56338B5E54EF}" dt="2025-10-08T20:54:21.023" v="1471" actId="20577"/>
        <pc:sldMkLst>
          <pc:docMk/>
          <pc:sldMk cId="3588677927" sldId="521"/>
        </pc:sldMkLst>
        <pc:spChg chg="mod">
          <ac:chgData name="Fang-Yi Yu" userId="f9586db0-74ee-4635-a01b-2383b74f8a0c" providerId="ADAL" clId="{CAFF122E-D8DF-4CDB-8CCC-56338B5E54EF}" dt="2025-10-08T20:38:07.185" v="838" actId="20577"/>
          <ac:spMkLst>
            <pc:docMk/>
            <pc:sldMk cId="3588677927" sldId="521"/>
            <ac:spMk id="2" creationId="{F08DA105-59E7-1032-3AF9-23C4F7441D10}"/>
          </ac:spMkLst>
        </pc:spChg>
        <pc:spChg chg="mod">
          <ac:chgData name="Fang-Yi Yu" userId="f9586db0-74ee-4635-a01b-2383b74f8a0c" providerId="ADAL" clId="{CAFF122E-D8DF-4CDB-8CCC-56338B5E54EF}" dt="2025-10-08T20:54:21.023" v="1471" actId="20577"/>
          <ac:spMkLst>
            <pc:docMk/>
            <pc:sldMk cId="3588677927" sldId="521"/>
            <ac:spMk id="3" creationId="{36DFF6D6-F3CE-F735-B55B-B7F2D93669FE}"/>
          </ac:spMkLst>
        </pc:spChg>
        <pc:spChg chg="add">
          <ac:chgData name="Fang-Yi Yu" userId="f9586db0-74ee-4635-a01b-2383b74f8a0c" providerId="ADAL" clId="{CAFF122E-D8DF-4CDB-8CCC-56338B5E54EF}" dt="2025-10-08T20:41:55.201" v="1015"/>
          <ac:spMkLst>
            <pc:docMk/>
            <pc:sldMk cId="3588677927" sldId="521"/>
            <ac:spMk id="5" creationId="{13DA4162-ACC9-629A-04AF-0690CC4CCA6E}"/>
          </ac:spMkLst>
        </pc:spChg>
      </pc:sldChg>
      <pc:sldChg chg="addSp delSp modSp new mod">
        <pc:chgData name="Fang-Yi Yu" userId="f9586db0-74ee-4635-a01b-2383b74f8a0c" providerId="ADAL" clId="{CAFF122E-D8DF-4CDB-8CCC-56338B5E54EF}" dt="2025-10-08T20:59:09.472" v="1568" actId="1076"/>
        <pc:sldMkLst>
          <pc:docMk/>
          <pc:sldMk cId="276174239" sldId="522"/>
        </pc:sldMkLst>
        <pc:spChg chg="mod">
          <ac:chgData name="Fang-Yi Yu" userId="f9586db0-74ee-4635-a01b-2383b74f8a0c" providerId="ADAL" clId="{CAFF122E-D8DF-4CDB-8CCC-56338B5E54EF}" dt="2025-10-08T20:58:00.090" v="1476"/>
          <ac:spMkLst>
            <pc:docMk/>
            <pc:sldMk cId="276174239" sldId="522"/>
            <ac:spMk id="2" creationId="{E0665281-08E4-3394-F272-6BDF9F3A50B2}"/>
          </ac:spMkLst>
        </pc:spChg>
        <pc:spChg chg="del">
          <ac:chgData name="Fang-Yi Yu" userId="f9586db0-74ee-4635-a01b-2383b74f8a0c" providerId="ADAL" clId="{CAFF122E-D8DF-4CDB-8CCC-56338B5E54EF}" dt="2025-10-08T20:57:53.149" v="1475"/>
          <ac:spMkLst>
            <pc:docMk/>
            <pc:sldMk cId="276174239" sldId="522"/>
            <ac:spMk id="3" creationId="{CA260789-39FA-5F4D-40ED-3186A920120C}"/>
          </ac:spMkLst>
        </pc:spChg>
        <pc:spChg chg="add mod">
          <ac:chgData name="Fang-Yi Yu" userId="f9586db0-74ee-4635-a01b-2383b74f8a0c" providerId="ADAL" clId="{CAFF122E-D8DF-4CDB-8CCC-56338B5E54EF}" dt="2025-10-08T20:59:02.716" v="1566" actId="20577"/>
          <ac:spMkLst>
            <pc:docMk/>
            <pc:sldMk cId="276174239" sldId="522"/>
            <ac:spMk id="5" creationId="{DD9BC3F6-6C1E-6A28-8224-49F1873088D7}"/>
          </ac:spMkLst>
        </pc:spChg>
        <pc:picChg chg="add mod">
          <ac:chgData name="Fang-Yi Yu" userId="f9586db0-74ee-4635-a01b-2383b74f8a0c" providerId="ADAL" clId="{CAFF122E-D8DF-4CDB-8CCC-56338B5E54EF}" dt="2025-10-08T20:59:09.472" v="1568" actId="1076"/>
          <ac:picMkLst>
            <pc:docMk/>
            <pc:sldMk cId="276174239" sldId="522"/>
            <ac:picMk id="6" creationId="{A81F7DBF-4386-6D44-5F9E-C75750D5DC21}"/>
          </ac:picMkLst>
        </pc:picChg>
        <pc:picChg chg="add del mod">
          <ac:chgData name="Fang-Yi Yu" userId="f9586db0-74ee-4635-a01b-2383b74f8a0c" providerId="ADAL" clId="{CAFF122E-D8DF-4CDB-8CCC-56338B5E54EF}" dt="2025-10-08T20:58:09.280" v="1477" actId="21"/>
          <ac:picMkLst>
            <pc:docMk/>
            <pc:sldMk cId="276174239" sldId="522"/>
            <ac:picMk id="2050" creationId="{A81F7DBF-4386-6D44-5F9E-C75750D5DC21}"/>
          </ac:picMkLst>
        </pc:picChg>
      </pc:sldChg>
      <pc:sldChg chg="addSp delSp modSp new mod modClrScheme chgLayout">
        <pc:chgData name="Fang-Yi Yu" userId="f9586db0-74ee-4635-a01b-2383b74f8a0c" providerId="ADAL" clId="{CAFF122E-D8DF-4CDB-8CCC-56338B5E54EF}" dt="2025-10-08T21:16:41.698" v="2068" actId="20577"/>
        <pc:sldMkLst>
          <pc:docMk/>
          <pc:sldMk cId="2865987905" sldId="523"/>
        </pc:sldMkLst>
        <pc:spChg chg="del mod ord">
          <ac:chgData name="Fang-Yi Yu" userId="f9586db0-74ee-4635-a01b-2383b74f8a0c" providerId="ADAL" clId="{CAFF122E-D8DF-4CDB-8CCC-56338B5E54EF}" dt="2025-10-08T20:59:56.860" v="1576" actId="700"/>
          <ac:spMkLst>
            <pc:docMk/>
            <pc:sldMk cId="2865987905" sldId="523"/>
            <ac:spMk id="2" creationId="{16B8DE74-CECC-0855-4481-3EF36AFF111E}"/>
          </ac:spMkLst>
        </pc:spChg>
        <pc:spChg chg="del">
          <ac:chgData name="Fang-Yi Yu" userId="f9586db0-74ee-4635-a01b-2383b74f8a0c" providerId="ADAL" clId="{CAFF122E-D8DF-4CDB-8CCC-56338B5E54EF}" dt="2025-10-08T20:59:56.860" v="1576" actId="700"/>
          <ac:spMkLst>
            <pc:docMk/>
            <pc:sldMk cId="2865987905" sldId="523"/>
            <ac:spMk id="3" creationId="{39763540-6F05-9860-A96F-25B1EEFC4ED5}"/>
          </ac:spMkLst>
        </pc:spChg>
        <pc:spChg chg="del mod ord">
          <ac:chgData name="Fang-Yi Yu" userId="f9586db0-74ee-4635-a01b-2383b74f8a0c" providerId="ADAL" clId="{CAFF122E-D8DF-4CDB-8CCC-56338B5E54EF}" dt="2025-10-08T20:59:56.860" v="1576" actId="700"/>
          <ac:spMkLst>
            <pc:docMk/>
            <pc:sldMk cId="2865987905" sldId="523"/>
            <ac:spMk id="4" creationId="{943D5352-F6A5-5D5D-A936-27FE827046D0}"/>
          </ac:spMkLst>
        </pc:spChg>
        <pc:spChg chg="del">
          <ac:chgData name="Fang-Yi Yu" userId="f9586db0-74ee-4635-a01b-2383b74f8a0c" providerId="ADAL" clId="{CAFF122E-D8DF-4CDB-8CCC-56338B5E54EF}" dt="2025-10-08T20:59:56.860" v="1576" actId="700"/>
          <ac:spMkLst>
            <pc:docMk/>
            <pc:sldMk cId="2865987905" sldId="523"/>
            <ac:spMk id="5" creationId="{1B2F6472-DC45-625D-A484-6462586F3A41}"/>
          </ac:spMkLst>
        </pc:spChg>
        <pc:spChg chg="del">
          <ac:chgData name="Fang-Yi Yu" userId="f9586db0-74ee-4635-a01b-2383b74f8a0c" providerId="ADAL" clId="{CAFF122E-D8DF-4CDB-8CCC-56338B5E54EF}" dt="2025-10-08T20:59:56.860" v="1576" actId="700"/>
          <ac:spMkLst>
            <pc:docMk/>
            <pc:sldMk cId="2865987905" sldId="523"/>
            <ac:spMk id="6" creationId="{F0309342-DA34-0015-353B-EE20B7D6E079}"/>
          </ac:spMkLst>
        </pc:spChg>
        <pc:spChg chg="mod ord">
          <ac:chgData name="Fang-Yi Yu" userId="f9586db0-74ee-4635-a01b-2383b74f8a0c" providerId="ADAL" clId="{CAFF122E-D8DF-4CDB-8CCC-56338B5E54EF}" dt="2025-10-08T20:59:56.860" v="1576" actId="700"/>
          <ac:spMkLst>
            <pc:docMk/>
            <pc:sldMk cId="2865987905" sldId="523"/>
            <ac:spMk id="7" creationId="{96245B1D-E2E2-3293-754B-7C93AF104007}"/>
          </ac:spMkLst>
        </pc:spChg>
        <pc:spChg chg="add mod ord">
          <ac:chgData name="Fang-Yi Yu" userId="f9586db0-74ee-4635-a01b-2383b74f8a0c" providerId="ADAL" clId="{CAFF122E-D8DF-4CDB-8CCC-56338B5E54EF}" dt="2025-10-08T21:16:41.698" v="2068" actId="20577"/>
          <ac:spMkLst>
            <pc:docMk/>
            <pc:sldMk cId="2865987905" sldId="523"/>
            <ac:spMk id="8" creationId="{E5F8DBC9-8CFA-8DAE-67B1-AA8CC46183A2}"/>
          </ac:spMkLst>
        </pc:spChg>
        <pc:spChg chg="add mod ord">
          <ac:chgData name="Fang-Yi Yu" userId="f9586db0-74ee-4635-a01b-2383b74f8a0c" providerId="ADAL" clId="{CAFF122E-D8DF-4CDB-8CCC-56338B5E54EF}" dt="2025-10-08T21:16:37.003" v="2067" actId="207"/>
          <ac:spMkLst>
            <pc:docMk/>
            <pc:sldMk cId="2865987905" sldId="523"/>
            <ac:spMk id="9" creationId="{505BCC2F-C9C6-80D4-DA00-17148CF9CADA}"/>
          </ac:spMkLst>
        </pc:spChg>
      </pc:sldChg>
      <pc:sldChg chg="add ord">
        <pc:chgData name="Fang-Yi Yu" userId="f9586db0-74ee-4635-a01b-2383b74f8a0c" providerId="ADAL" clId="{CAFF122E-D8DF-4CDB-8CCC-56338B5E54EF}" dt="2025-10-08T21:06:12.191" v="1771"/>
        <pc:sldMkLst>
          <pc:docMk/>
          <pc:sldMk cId="4288631067" sldId="524"/>
        </pc:sldMkLst>
      </pc:sldChg>
      <pc:sldChg chg="addSp delSp modSp new mod setBg modClrScheme chgLayout">
        <pc:chgData name="Fang-Yi Yu" userId="f9586db0-74ee-4635-a01b-2383b74f8a0c" providerId="ADAL" clId="{CAFF122E-D8DF-4CDB-8CCC-56338B5E54EF}" dt="2025-10-08T21:29:08.756" v="2395" actId="20577"/>
        <pc:sldMkLst>
          <pc:docMk/>
          <pc:sldMk cId="2222630488" sldId="525"/>
        </pc:sldMkLst>
        <pc:spChg chg="mod ord">
          <ac:chgData name="Fang-Yi Yu" userId="f9586db0-74ee-4635-a01b-2383b74f8a0c" providerId="ADAL" clId="{CAFF122E-D8DF-4CDB-8CCC-56338B5E54EF}" dt="2025-10-08T21:28:30.218" v="2367" actId="700"/>
          <ac:spMkLst>
            <pc:docMk/>
            <pc:sldMk cId="2222630488" sldId="525"/>
            <ac:spMk id="2" creationId="{D2117C38-BB32-9AAB-98E7-DA111483FABF}"/>
          </ac:spMkLst>
        </pc:spChg>
        <pc:spChg chg="mod ord">
          <ac:chgData name="Fang-Yi Yu" userId="f9586db0-74ee-4635-a01b-2383b74f8a0c" providerId="ADAL" clId="{CAFF122E-D8DF-4CDB-8CCC-56338B5E54EF}" dt="2025-10-08T21:29:08.756" v="2395" actId="20577"/>
          <ac:spMkLst>
            <pc:docMk/>
            <pc:sldMk cId="2222630488" sldId="525"/>
            <ac:spMk id="3" creationId="{F67F3249-B0FE-3D08-5261-B0BADF08DED1}"/>
          </ac:spMkLst>
        </pc:spChg>
        <pc:spChg chg="mod ord">
          <ac:chgData name="Fang-Yi Yu" userId="f9586db0-74ee-4635-a01b-2383b74f8a0c" providerId="ADAL" clId="{CAFF122E-D8DF-4CDB-8CCC-56338B5E54EF}" dt="2025-10-08T21:28:30.218" v="2367" actId="700"/>
          <ac:spMkLst>
            <pc:docMk/>
            <pc:sldMk cId="2222630488" sldId="525"/>
            <ac:spMk id="4" creationId="{E50A4AAE-F333-3416-F129-580CA60ADDB1}"/>
          </ac:spMkLst>
        </pc:spChg>
        <pc:spChg chg="add">
          <ac:chgData name="Fang-Yi Yu" userId="f9586db0-74ee-4635-a01b-2383b74f8a0c" providerId="ADAL" clId="{CAFF122E-D8DF-4CDB-8CCC-56338B5E54EF}" dt="2025-10-08T21:22:57.278" v="2274"/>
          <ac:spMkLst>
            <pc:docMk/>
            <pc:sldMk cId="2222630488" sldId="525"/>
            <ac:spMk id="5" creationId="{FFD8D5FC-286D-A077-2E46-BBBA13F3E465}"/>
          </ac:spMkLst>
        </pc:spChg>
        <pc:spChg chg="add">
          <ac:chgData name="Fang-Yi Yu" userId="f9586db0-74ee-4635-a01b-2383b74f8a0c" providerId="ADAL" clId="{CAFF122E-D8DF-4CDB-8CCC-56338B5E54EF}" dt="2025-10-08T21:22:57.278" v="2274"/>
          <ac:spMkLst>
            <pc:docMk/>
            <pc:sldMk cId="2222630488" sldId="525"/>
            <ac:spMk id="6" creationId="{889CB458-8FD4-1412-C0A1-3BC050B9AAEF}"/>
          </ac:spMkLst>
        </pc:spChg>
        <pc:spChg chg="add del mod ord">
          <ac:chgData name="Fang-Yi Yu" userId="f9586db0-74ee-4635-a01b-2383b74f8a0c" providerId="ADAL" clId="{CAFF122E-D8DF-4CDB-8CCC-56338B5E54EF}" dt="2025-10-08T21:28:31.908" v="2368"/>
          <ac:spMkLst>
            <pc:docMk/>
            <pc:sldMk cId="2222630488" sldId="525"/>
            <ac:spMk id="7" creationId="{8CEA8CEE-4313-AB1D-D8C8-671A6D50502F}"/>
          </ac:spMkLst>
        </pc:spChg>
        <pc:picChg chg="add mod">
          <ac:chgData name="Fang-Yi Yu" userId="f9586db0-74ee-4635-a01b-2383b74f8a0c" providerId="ADAL" clId="{CAFF122E-D8DF-4CDB-8CCC-56338B5E54EF}" dt="2025-10-08T21:28:31.908" v="2368"/>
          <ac:picMkLst>
            <pc:docMk/>
            <pc:sldMk cId="2222630488" sldId="525"/>
            <ac:picMk id="8" creationId="{6835D0E4-8E70-7062-B2BC-BD6155E6A9A0}"/>
          </ac:picMkLst>
        </pc:picChg>
        <pc:picChg chg="add del mod">
          <ac:chgData name="Fang-Yi Yu" userId="f9586db0-74ee-4635-a01b-2383b74f8a0c" providerId="ADAL" clId="{CAFF122E-D8DF-4CDB-8CCC-56338B5E54EF}" dt="2025-10-08T21:28:27.705" v="2366" actId="21"/>
          <ac:picMkLst>
            <pc:docMk/>
            <pc:sldMk cId="2222630488" sldId="525"/>
            <ac:picMk id="3077" creationId="{6835D0E4-8E70-7062-B2BC-BD6155E6A9A0}"/>
          </ac:picMkLst>
        </pc:picChg>
      </pc:sldChg>
      <pc:sldChg chg="addSp delSp modSp new mod modClrScheme chgLayout">
        <pc:chgData name="Fang-Yi Yu" userId="f9586db0-74ee-4635-a01b-2383b74f8a0c" providerId="ADAL" clId="{CAFF122E-D8DF-4CDB-8CCC-56338B5E54EF}" dt="2025-10-08T21:31:22.513" v="2419" actId="20577"/>
        <pc:sldMkLst>
          <pc:docMk/>
          <pc:sldMk cId="519007673" sldId="526"/>
        </pc:sldMkLst>
        <pc:spChg chg="del mod ord">
          <ac:chgData name="Fang-Yi Yu" userId="f9586db0-74ee-4635-a01b-2383b74f8a0c" providerId="ADAL" clId="{CAFF122E-D8DF-4CDB-8CCC-56338B5E54EF}" dt="2025-10-08T21:31:10.834" v="2397" actId="700"/>
          <ac:spMkLst>
            <pc:docMk/>
            <pc:sldMk cId="519007673" sldId="526"/>
            <ac:spMk id="2" creationId="{64BBD4CB-06EC-2935-E177-9CB26007EBF8}"/>
          </ac:spMkLst>
        </pc:spChg>
        <pc:spChg chg="del mod ord">
          <ac:chgData name="Fang-Yi Yu" userId="f9586db0-74ee-4635-a01b-2383b74f8a0c" providerId="ADAL" clId="{CAFF122E-D8DF-4CDB-8CCC-56338B5E54EF}" dt="2025-10-08T21:31:10.834" v="2397" actId="700"/>
          <ac:spMkLst>
            <pc:docMk/>
            <pc:sldMk cId="519007673" sldId="526"/>
            <ac:spMk id="3" creationId="{AF50E842-2E5A-B0DC-9028-33420096353D}"/>
          </ac:spMkLst>
        </pc:spChg>
        <pc:spChg chg="del">
          <ac:chgData name="Fang-Yi Yu" userId="f9586db0-74ee-4635-a01b-2383b74f8a0c" providerId="ADAL" clId="{CAFF122E-D8DF-4CDB-8CCC-56338B5E54EF}" dt="2025-10-08T21:31:10.834" v="2397" actId="700"/>
          <ac:spMkLst>
            <pc:docMk/>
            <pc:sldMk cId="519007673" sldId="526"/>
            <ac:spMk id="4" creationId="{F73302B0-9E9B-1A5E-9C49-962B6BFBBEC9}"/>
          </ac:spMkLst>
        </pc:spChg>
        <pc:spChg chg="mod ord">
          <ac:chgData name="Fang-Yi Yu" userId="f9586db0-74ee-4635-a01b-2383b74f8a0c" providerId="ADAL" clId="{CAFF122E-D8DF-4CDB-8CCC-56338B5E54EF}" dt="2025-10-08T21:31:10.834" v="2397" actId="700"/>
          <ac:spMkLst>
            <pc:docMk/>
            <pc:sldMk cId="519007673" sldId="526"/>
            <ac:spMk id="5" creationId="{83C76E12-5FE4-8DC7-A788-282F78E9868B}"/>
          </ac:spMkLst>
        </pc:spChg>
        <pc:spChg chg="add mod ord">
          <ac:chgData name="Fang-Yi Yu" userId="f9586db0-74ee-4635-a01b-2383b74f8a0c" providerId="ADAL" clId="{CAFF122E-D8DF-4CDB-8CCC-56338B5E54EF}" dt="2025-10-08T21:31:22.513" v="2419" actId="20577"/>
          <ac:spMkLst>
            <pc:docMk/>
            <pc:sldMk cId="519007673" sldId="526"/>
            <ac:spMk id="6" creationId="{F5C97DB7-4736-C076-BA07-8A18346DF1AE}"/>
          </ac:spMkLst>
        </pc:spChg>
        <pc:spChg chg="add mod ord">
          <ac:chgData name="Fang-Yi Yu" userId="f9586db0-74ee-4635-a01b-2383b74f8a0c" providerId="ADAL" clId="{CAFF122E-D8DF-4CDB-8CCC-56338B5E54EF}" dt="2025-10-08T21:31:10.834" v="2397" actId="700"/>
          <ac:spMkLst>
            <pc:docMk/>
            <pc:sldMk cId="519007673" sldId="526"/>
            <ac:spMk id="7" creationId="{D46010AC-9D04-606A-4F9D-968E99FE2C61}"/>
          </ac:spMkLst>
        </pc:spChg>
      </pc:sldChg>
      <pc:sldChg chg="addSp delSp modSp new mod modClrScheme chgLayout">
        <pc:chgData name="Fang-Yi Yu" userId="f9586db0-74ee-4635-a01b-2383b74f8a0c" providerId="ADAL" clId="{CAFF122E-D8DF-4CDB-8CCC-56338B5E54EF}" dt="2025-10-08T21:37:53.588" v="2609" actId="20577"/>
        <pc:sldMkLst>
          <pc:docMk/>
          <pc:sldMk cId="3281877220" sldId="527"/>
        </pc:sldMkLst>
        <pc:spChg chg="del mod ord">
          <ac:chgData name="Fang-Yi Yu" userId="f9586db0-74ee-4635-a01b-2383b74f8a0c" providerId="ADAL" clId="{CAFF122E-D8DF-4CDB-8CCC-56338B5E54EF}" dt="2025-10-08T21:32:02.190" v="2421" actId="700"/>
          <ac:spMkLst>
            <pc:docMk/>
            <pc:sldMk cId="3281877220" sldId="527"/>
            <ac:spMk id="2" creationId="{2BD38843-514B-7E42-84FF-2F2CB1218DE2}"/>
          </ac:spMkLst>
        </pc:spChg>
        <pc:spChg chg="del mod ord">
          <ac:chgData name="Fang-Yi Yu" userId="f9586db0-74ee-4635-a01b-2383b74f8a0c" providerId="ADAL" clId="{CAFF122E-D8DF-4CDB-8CCC-56338B5E54EF}" dt="2025-10-08T21:32:02.190" v="2421" actId="700"/>
          <ac:spMkLst>
            <pc:docMk/>
            <pc:sldMk cId="3281877220" sldId="527"/>
            <ac:spMk id="3" creationId="{F6FEEE6D-AF72-05C6-2372-BABD81F11B82}"/>
          </ac:spMkLst>
        </pc:spChg>
        <pc:spChg chg="add mod ord">
          <ac:chgData name="Fang-Yi Yu" userId="f9586db0-74ee-4635-a01b-2383b74f8a0c" providerId="ADAL" clId="{CAFF122E-D8DF-4CDB-8CCC-56338B5E54EF}" dt="2025-10-08T21:37:53.588" v="2609" actId="20577"/>
          <ac:spMkLst>
            <pc:docMk/>
            <pc:sldMk cId="3281877220" sldId="527"/>
            <ac:spMk id="4" creationId="{B785AEE0-941A-5C2E-F3E5-2B9DB5D3538F}"/>
          </ac:spMkLst>
        </pc:spChg>
        <pc:spChg chg="add del mod ord">
          <ac:chgData name="Fang-Yi Yu" userId="f9586db0-74ee-4635-a01b-2383b74f8a0c" providerId="ADAL" clId="{CAFF122E-D8DF-4CDB-8CCC-56338B5E54EF}" dt="2025-10-08T21:36:25.671" v="2596" actId="21"/>
          <ac:spMkLst>
            <pc:docMk/>
            <pc:sldMk cId="3281877220" sldId="527"/>
            <ac:spMk id="5" creationId="{2A3CB66C-4B2A-5737-0707-556C52E39F5C}"/>
          </ac:spMkLst>
        </pc:spChg>
        <pc:spChg chg="add mod">
          <ac:chgData name="Fang-Yi Yu" userId="f9586db0-74ee-4635-a01b-2383b74f8a0c" providerId="ADAL" clId="{CAFF122E-D8DF-4CDB-8CCC-56338B5E54EF}" dt="2025-10-08T21:32:05.468" v="2423"/>
          <ac:spMkLst>
            <pc:docMk/>
            <pc:sldMk cId="3281877220" sldId="527"/>
            <ac:spMk id="6" creationId="{C793C7AA-38CE-51AA-1275-14C078C3AFA8}"/>
          </ac:spMkLst>
        </pc:spChg>
      </pc:sldChg>
      <pc:sldChg chg="addSp delSp modSp new mod">
        <pc:chgData name="Fang-Yi Yu" userId="f9586db0-74ee-4635-a01b-2383b74f8a0c" providerId="ADAL" clId="{CAFF122E-D8DF-4CDB-8CCC-56338B5E54EF}" dt="2025-10-08T21:41:12.309" v="2887" actId="6549"/>
        <pc:sldMkLst>
          <pc:docMk/>
          <pc:sldMk cId="3771850845" sldId="528"/>
        </pc:sldMkLst>
        <pc:spChg chg="mod">
          <ac:chgData name="Fang-Yi Yu" userId="f9586db0-74ee-4635-a01b-2383b74f8a0c" providerId="ADAL" clId="{CAFF122E-D8DF-4CDB-8CCC-56338B5E54EF}" dt="2025-10-08T21:38:01.999" v="2614" actId="27636"/>
          <ac:spMkLst>
            <pc:docMk/>
            <pc:sldMk cId="3771850845" sldId="528"/>
            <ac:spMk id="2" creationId="{66C939BF-5E83-33A0-3193-29025BD9CF3E}"/>
          </ac:spMkLst>
        </pc:spChg>
        <pc:spChg chg="add del mod">
          <ac:chgData name="Fang-Yi Yu" userId="f9586db0-74ee-4635-a01b-2383b74f8a0c" providerId="ADAL" clId="{CAFF122E-D8DF-4CDB-8CCC-56338B5E54EF}" dt="2025-10-08T21:41:12.309" v="2887" actId="6549"/>
          <ac:spMkLst>
            <pc:docMk/>
            <pc:sldMk cId="3771850845" sldId="528"/>
            <ac:spMk id="3" creationId="{7358A9A9-FE71-6D6B-EAEF-7925A0C88DF8}"/>
          </ac:spMkLst>
        </pc:spChg>
        <pc:spChg chg="add mod">
          <ac:chgData name="Fang-Yi Yu" userId="f9586db0-74ee-4635-a01b-2383b74f8a0c" providerId="ADAL" clId="{CAFF122E-D8DF-4CDB-8CCC-56338B5E54EF}" dt="2025-10-08T21:38:11.853" v="2616"/>
          <ac:spMkLst>
            <pc:docMk/>
            <pc:sldMk cId="3771850845" sldId="528"/>
            <ac:spMk id="5" creationId="{7FCCE0C1-0FB3-FE33-D91A-AECACDB0D7EA}"/>
          </ac:spMkLst>
        </pc:spChg>
      </pc:sldChg>
      <pc:sldChg chg="addSp delSp modSp new mod modClrScheme chgLayout">
        <pc:chgData name="Fang-Yi Yu" userId="f9586db0-74ee-4635-a01b-2383b74f8a0c" providerId="ADAL" clId="{CAFF122E-D8DF-4CDB-8CCC-56338B5E54EF}" dt="2025-10-08T21:49:08.384" v="3240" actId="1076"/>
        <pc:sldMkLst>
          <pc:docMk/>
          <pc:sldMk cId="2349788432" sldId="529"/>
        </pc:sldMkLst>
        <pc:spChg chg="del mod ord">
          <ac:chgData name="Fang-Yi Yu" userId="f9586db0-74ee-4635-a01b-2383b74f8a0c" providerId="ADAL" clId="{CAFF122E-D8DF-4CDB-8CCC-56338B5E54EF}" dt="2025-10-08T21:41:34.706" v="2889" actId="700"/>
          <ac:spMkLst>
            <pc:docMk/>
            <pc:sldMk cId="2349788432" sldId="529"/>
            <ac:spMk id="2" creationId="{47A32EC0-5664-DAD9-5595-9A227689DE4B}"/>
          </ac:spMkLst>
        </pc:spChg>
        <pc:spChg chg="del mod ord">
          <ac:chgData name="Fang-Yi Yu" userId="f9586db0-74ee-4635-a01b-2383b74f8a0c" providerId="ADAL" clId="{CAFF122E-D8DF-4CDB-8CCC-56338B5E54EF}" dt="2025-10-08T21:41:34.706" v="2889" actId="700"/>
          <ac:spMkLst>
            <pc:docMk/>
            <pc:sldMk cId="2349788432" sldId="529"/>
            <ac:spMk id="3" creationId="{6DF1156D-AE98-3E48-A0DA-1C2F0507F8C6}"/>
          </ac:spMkLst>
        </pc:spChg>
        <pc:spChg chg="add mod ord">
          <ac:chgData name="Fang-Yi Yu" userId="f9586db0-74ee-4635-a01b-2383b74f8a0c" providerId="ADAL" clId="{CAFF122E-D8DF-4CDB-8CCC-56338B5E54EF}" dt="2025-10-08T21:48:43.264" v="3229" actId="700"/>
          <ac:spMkLst>
            <pc:docMk/>
            <pc:sldMk cId="2349788432" sldId="529"/>
            <ac:spMk id="4" creationId="{B3504B13-F3E0-46A3-07A9-BF254CD667E2}"/>
          </ac:spMkLst>
        </pc:spChg>
        <pc:spChg chg="add del mod ord">
          <ac:chgData name="Fang-Yi Yu" userId="f9586db0-74ee-4635-a01b-2383b74f8a0c" providerId="ADAL" clId="{CAFF122E-D8DF-4CDB-8CCC-56338B5E54EF}" dt="2025-10-08T21:42:04.274" v="2894"/>
          <ac:spMkLst>
            <pc:docMk/>
            <pc:sldMk cId="2349788432" sldId="529"/>
            <ac:spMk id="5" creationId="{CB598F5F-3FAE-33B8-2CD2-128C83BFCDAD}"/>
          </ac:spMkLst>
        </pc:spChg>
        <pc:spChg chg="add mod">
          <ac:chgData name="Fang-Yi Yu" userId="f9586db0-74ee-4635-a01b-2383b74f8a0c" providerId="ADAL" clId="{CAFF122E-D8DF-4CDB-8CCC-56338B5E54EF}" dt="2025-10-08T21:48:59.793" v="3235" actId="20577"/>
          <ac:spMkLst>
            <pc:docMk/>
            <pc:sldMk cId="2349788432" sldId="529"/>
            <ac:spMk id="6" creationId="{68B8242C-4C2D-80B9-6F6C-BACE97DE5C44}"/>
          </ac:spMkLst>
        </pc:spChg>
        <pc:picChg chg="add del mod">
          <ac:chgData name="Fang-Yi Yu" userId="f9586db0-74ee-4635-a01b-2383b74f8a0c" providerId="ADAL" clId="{CAFF122E-D8DF-4CDB-8CCC-56338B5E54EF}" dt="2025-10-08T21:49:00.981" v="3236" actId="21"/>
          <ac:picMkLst>
            <pc:docMk/>
            <pc:sldMk cId="2349788432" sldId="529"/>
            <ac:picMk id="7" creationId="{77D548B7-1E48-2415-F125-121D508364A1}"/>
          </ac:picMkLst>
        </pc:picChg>
        <pc:picChg chg="add mod">
          <ac:chgData name="Fang-Yi Yu" userId="f9586db0-74ee-4635-a01b-2383b74f8a0c" providerId="ADAL" clId="{CAFF122E-D8DF-4CDB-8CCC-56338B5E54EF}" dt="2025-10-08T21:49:08.384" v="3240" actId="1076"/>
          <ac:picMkLst>
            <pc:docMk/>
            <pc:sldMk cId="2349788432" sldId="529"/>
            <ac:picMk id="8" creationId="{77D548B7-1E48-2415-F125-121D508364A1}"/>
          </ac:picMkLst>
        </pc:picChg>
        <pc:picChg chg="add del mod ord">
          <ac:chgData name="Fang-Yi Yu" userId="f9586db0-74ee-4635-a01b-2383b74f8a0c" providerId="ADAL" clId="{CAFF122E-D8DF-4CDB-8CCC-56338B5E54EF}" dt="2025-10-08T21:48:46.925" v="3230" actId="21"/>
          <ac:picMkLst>
            <pc:docMk/>
            <pc:sldMk cId="2349788432" sldId="529"/>
            <ac:picMk id="6146" creationId="{77D548B7-1E48-2415-F125-121D508364A1}"/>
          </ac:picMkLst>
        </pc:picChg>
      </pc:sldChg>
      <pc:sldChg chg="addSp delSp modSp new mod modClrScheme chgLayout">
        <pc:chgData name="Fang-Yi Yu" userId="f9586db0-74ee-4635-a01b-2383b74f8a0c" providerId="ADAL" clId="{CAFF122E-D8DF-4CDB-8CCC-56338B5E54EF}" dt="2025-10-08T22:53:28.018" v="6537"/>
        <pc:sldMkLst>
          <pc:docMk/>
          <pc:sldMk cId="4141460336" sldId="530"/>
        </pc:sldMkLst>
        <pc:spChg chg="mod ord">
          <ac:chgData name="Fang-Yi Yu" userId="f9586db0-74ee-4635-a01b-2383b74f8a0c" providerId="ADAL" clId="{CAFF122E-D8DF-4CDB-8CCC-56338B5E54EF}" dt="2025-10-08T22:53:25.728" v="6533" actId="700"/>
          <ac:spMkLst>
            <pc:docMk/>
            <pc:sldMk cId="4141460336" sldId="530"/>
            <ac:spMk id="2" creationId="{1555DBCF-CBAB-33E9-0730-69DE4889AE08}"/>
          </ac:spMkLst>
        </pc:spChg>
        <pc:spChg chg="mod ord">
          <ac:chgData name="Fang-Yi Yu" userId="f9586db0-74ee-4635-a01b-2383b74f8a0c" providerId="ADAL" clId="{CAFF122E-D8DF-4CDB-8CCC-56338B5E54EF}" dt="2025-10-08T22:53:25.777" v="6535" actId="27636"/>
          <ac:spMkLst>
            <pc:docMk/>
            <pc:sldMk cId="4141460336" sldId="530"/>
            <ac:spMk id="3" creationId="{7E0D33BD-9820-5CBF-A79B-F35DD29A1F56}"/>
          </ac:spMkLst>
        </pc:spChg>
        <pc:spChg chg="mod ord">
          <ac:chgData name="Fang-Yi Yu" userId="f9586db0-74ee-4635-a01b-2383b74f8a0c" providerId="ADAL" clId="{CAFF122E-D8DF-4CDB-8CCC-56338B5E54EF}" dt="2025-10-08T22:53:25.728" v="6533" actId="700"/>
          <ac:spMkLst>
            <pc:docMk/>
            <pc:sldMk cId="4141460336" sldId="530"/>
            <ac:spMk id="4" creationId="{4A40E4A6-5F96-1B0F-1B3F-9625DEC1518E}"/>
          </ac:spMkLst>
        </pc:spChg>
        <pc:spChg chg="add">
          <ac:chgData name="Fang-Yi Yu" userId="f9586db0-74ee-4635-a01b-2383b74f8a0c" providerId="ADAL" clId="{CAFF122E-D8DF-4CDB-8CCC-56338B5E54EF}" dt="2025-10-08T22:52:19.922" v="6518"/>
          <ac:spMkLst>
            <pc:docMk/>
            <pc:sldMk cId="4141460336" sldId="530"/>
            <ac:spMk id="5" creationId="{428EBB5E-B8D8-C5D6-6C3E-B43AA6ACA293}"/>
          </ac:spMkLst>
        </pc:spChg>
        <pc:spChg chg="add">
          <ac:chgData name="Fang-Yi Yu" userId="f9586db0-74ee-4635-a01b-2383b74f8a0c" providerId="ADAL" clId="{CAFF122E-D8DF-4CDB-8CCC-56338B5E54EF}" dt="2025-10-08T22:52:31.616" v="6519"/>
          <ac:spMkLst>
            <pc:docMk/>
            <pc:sldMk cId="4141460336" sldId="530"/>
            <ac:spMk id="6" creationId="{CD5234AF-0FAD-6B78-6F61-D43485994888}"/>
          </ac:spMkLst>
        </pc:spChg>
        <pc:spChg chg="add del mod ord">
          <ac:chgData name="Fang-Yi Yu" userId="f9586db0-74ee-4635-a01b-2383b74f8a0c" providerId="ADAL" clId="{CAFF122E-D8DF-4CDB-8CCC-56338B5E54EF}" dt="2025-10-08T22:53:28.018" v="6537"/>
          <ac:spMkLst>
            <pc:docMk/>
            <pc:sldMk cId="4141460336" sldId="530"/>
            <ac:spMk id="9" creationId="{CAA94B6A-5A1C-9437-EDDE-0C51E3A25669}"/>
          </ac:spMkLst>
        </pc:spChg>
        <pc:picChg chg="add del mod modCrop">
          <ac:chgData name="Fang-Yi Yu" userId="f9586db0-74ee-4635-a01b-2383b74f8a0c" providerId="ADAL" clId="{CAFF122E-D8DF-4CDB-8CCC-56338B5E54EF}" dt="2025-10-08T22:53:26.951" v="6536" actId="21"/>
          <ac:picMkLst>
            <pc:docMk/>
            <pc:sldMk cId="4141460336" sldId="530"/>
            <ac:picMk id="8" creationId="{4C4C97EC-79D6-B459-5D7D-3457168EE0D8}"/>
          </ac:picMkLst>
        </pc:picChg>
        <pc:picChg chg="add mod">
          <ac:chgData name="Fang-Yi Yu" userId="f9586db0-74ee-4635-a01b-2383b74f8a0c" providerId="ADAL" clId="{CAFF122E-D8DF-4CDB-8CCC-56338B5E54EF}" dt="2025-10-08T22:53:28.018" v="6537"/>
          <ac:picMkLst>
            <pc:docMk/>
            <pc:sldMk cId="4141460336" sldId="530"/>
            <ac:picMk id="10" creationId="{4C4C97EC-79D6-B459-5D7D-3457168EE0D8}"/>
          </ac:picMkLst>
        </pc:picChg>
      </pc:sldChg>
      <pc:sldChg chg="addSp modSp new mod">
        <pc:chgData name="Fang-Yi Yu" userId="f9586db0-74ee-4635-a01b-2383b74f8a0c" providerId="ADAL" clId="{CAFF122E-D8DF-4CDB-8CCC-56338B5E54EF}" dt="2025-10-08T21:53:38.193" v="3535" actId="20577"/>
        <pc:sldMkLst>
          <pc:docMk/>
          <pc:sldMk cId="3559133316" sldId="531"/>
        </pc:sldMkLst>
        <pc:spChg chg="mod">
          <ac:chgData name="Fang-Yi Yu" userId="f9586db0-74ee-4635-a01b-2383b74f8a0c" providerId="ADAL" clId="{CAFF122E-D8DF-4CDB-8CCC-56338B5E54EF}" dt="2025-10-08T21:49:31.297" v="3245" actId="27636"/>
          <ac:spMkLst>
            <pc:docMk/>
            <pc:sldMk cId="3559133316" sldId="531"/>
            <ac:spMk id="2" creationId="{9F5DEE7E-FD1A-44BE-7434-11E5ADBAD888}"/>
          </ac:spMkLst>
        </pc:spChg>
        <pc:spChg chg="mod">
          <ac:chgData name="Fang-Yi Yu" userId="f9586db0-74ee-4635-a01b-2383b74f8a0c" providerId="ADAL" clId="{CAFF122E-D8DF-4CDB-8CCC-56338B5E54EF}" dt="2025-10-08T21:53:38.193" v="3535" actId="20577"/>
          <ac:spMkLst>
            <pc:docMk/>
            <pc:sldMk cId="3559133316" sldId="531"/>
            <ac:spMk id="3" creationId="{EE110CE6-1AC4-B651-BA5A-6C707F09F394}"/>
          </ac:spMkLst>
        </pc:spChg>
        <pc:spChg chg="add">
          <ac:chgData name="Fang-Yi Yu" userId="f9586db0-74ee-4635-a01b-2383b74f8a0c" providerId="ADAL" clId="{CAFF122E-D8DF-4CDB-8CCC-56338B5E54EF}" dt="2025-10-08T21:52:23.339" v="3443"/>
          <ac:spMkLst>
            <pc:docMk/>
            <pc:sldMk cId="3559133316" sldId="531"/>
            <ac:spMk id="5" creationId="{E6963969-38A9-F22D-A84F-761EDDAC2FA4}"/>
          </ac:spMkLst>
        </pc:spChg>
      </pc:sldChg>
      <pc:sldChg chg="addSp modSp new mod">
        <pc:chgData name="Fang-Yi Yu" userId="f9586db0-74ee-4635-a01b-2383b74f8a0c" providerId="ADAL" clId="{CAFF122E-D8DF-4CDB-8CCC-56338B5E54EF}" dt="2025-10-08T22:43:55.104" v="6387" actId="20577"/>
        <pc:sldMkLst>
          <pc:docMk/>
          <pc:sldMk cId="2427841138" sldId="532"/>
        </pc:sldMkLst>
        <pc:spChg chg="mod">
          <ac:chgData name="Fang-Yi Yu" userId="f9586db0-74ee-4635-a01b-2383b74f8a0c" providerId="ADAL" clId="{CAFF122E-D8DF-4CDB-8CCC-56338B5E54EF}" dt="2025-10-08T22:27:16.578" v="5457" actId="20577"/>
          <ac:spMkLst>
            <pc:docMk/>
            <pc:sldMk cId="2427841138" sldId="532"/>
            <ac:spMk id="2" creationId="{C125902E-B53B-0DBA-B02B-F0FD64DDF7D8}"/>
          </ac:spMkLst>
        </pc:spChg>
        <pc:spChg chg="mod">
          <ac:chgData name="Fang-Yi Yu" userId="f9586db0-74ee-4635-a01b-2383b74f8a0c" providerId="ADAL" clId="{CAFF122E-D8DF-4CDB-8CCC-56338B5E54EF}" dt="2025-10-08T22:43:55.104" v="6387" actId="20577"/>
          <ac:spMkLst>
            <pc:docMk/>
            <pc:sldMk cId="2427841138" sldId="532"/>
            <ac:spMk id="3" creationId="{CDFF88A2-EF5D-E849-F7F5-DC2EE91C2279}"/>
          </ac:spMkLst>
        </pc:spChg>
        <pc:spChg chg="add mod">
          <ac:chgData name="Fang-Yi Yu" userId="f9586db0-74ee-4635-a01b-2383b74f8a0c" providerId="ADAL" clId="{CAFF122E-D8DF-4CDB-8CCC-56338B5E54EF}" dt="2025-10-08T21:58:27.557" v="3755" actId="20577"/>
          <ac:spMkLst>
            <pc:docMk/>
            <pc:sldMk cId="2427841138" sldId="532"/>
            <ac:spMk id="5" creationId="{830D806E-2BEA-5AEC-5ABA-18B87CB3A05B}"/>
          </ac:spMkLst>
        </pc:spChg>
      </pc:sldChg>
      <pc:sldChg chg="modSp new mod">
        <pc:chgData name="Fang-Yi Yu" userId="f9586db0-74ee-4635-a01b-2383b74f8a0c" providerId="ADAL" clId="{CAFF122E-D8DF-4CDB-8CCC-56338B5E54EF}" dt="2025-10-08T22:04:39.401" v="4240" actId="27636"/>
        <pc:sldMkLst>
          <pc:docMk/>
          <pc:sldMk cId="1358202308" sldId="533"/>
        </pc:sldMkLst>
        <pc:spChg chg="mod">
          <ac:chgData name="Fang-Yi Yu" userId="f9586db0-74ee-4635-a01b-2383b74f8a0c" providerId="ADAL" clId="{CAFF122E-D8DF-4CDB-8CCC-56338B5E54EF}" dt="2025-10-08T22:02:33.838" v="4102" actId="20577"/>
          <ac:spMkLst>
            <pc:docMk/>
            <pc:sldMk cId="1358202308" sldId="533"/>
            <ac:spMk id="2" creationId="{1F6949D5-60B4-C5B1-D1EE-4F29F9F30A20}"/>
          </ac:spMkLst>
        </pc:spChg>
        <pc:spChg chg="mod">
          <ac:chgData name="Fang-Yi Yu" userId="f9586db0-74ee-4635-a01b-2383b74f8a0c" providerId="ADAL" clId="{CAFF122E-D8DF-4CDB-8CCC-56338B5E54EF}" dt="2025-10-08T22:04:39.401" v="4240" actId="27636"/>
          <ac:spMkLst>
            <pc:docMk/>
            <pc:sldMk cId="1358202308" sldId="533"/>
            <ac:spMk id="3" creationId="{E498F94E-76F0-A379-DB1C-E987390364EB}"/>
          </ac:spMkLst>
        </pc:spChg>
      </pc:sldChg>
      <pc:sldChg chg="modSp new mod">
        <pc:chgData name="Fang-Yi Yu" userId="f9586db0-74ee-4635-a01b-2383b74f8a0c" providerId="ADAL" clId="{CAFF122E-D8DF-4CDB-8CCC-56338B5E54EF}" dt="2025-10-08T22:08:06.878" v="4330"/>
        <pc:sldMkLst>
          <pc:docMk/>
          <pc:sldMk cId="3439269719" sldId="534"/>
        </pc:sldMkLst>
        <pc:spChg chg="mod">
          <ac:chgData name="Fang-Yi Yu" userId="f9586db0-74ee-4635-a01b-2383b74f8a0c" providerId="ADAL" clId="{CAFF122E-D8DF-4CDB-8CCC-56338B5E54EF}" dt="2025-10-08T22:07:19.546" v="4305"/>
          <ac:spMkLst>
            <pc:docMk/>
            <pc:sldMk cId="3439269719" sldId="534"/>
            <ac:spMk id="2" creationId="{DDD5EA31-D121-C4E2-3F77-33BD406EB605}"/>
          </ac:spMkLst>
        </pc:spChg>
        <pc:spChg chg="mod">
          <ac:chgData name="Fang-Yi Yu" userId="f9586db0-74ee-4635-a01b-2383b74f8a0c" providerId="ADAL" clId="{CAFF122E-D8DF-4CDB-8CCC-56338B5E54EF}" dt="2025-10-08T22:08:06.878" v="4330"/>
          <ac:spMkLst>
            <pc:docMk/>
            <pc:sldMk cId="3439269719" sldId="534"/>
            <ac:spMk id="3" creationId="{9E1934A6-63C6-0A9F-C92A-4BF9DC91755E}"/>
          </ac:spMkLst>
        </pc:spChg>
      </pc:sldChg>
      <pc:sldChg chg="modSp add del mod">
        <pc:chgData name="Fang-Yi Yu" userId="f9586db0-74ee-4635-a01b-2383b74f8a0c" providerId="ADAL" clId="{CAFF122E-D8DF-4CDB-8CCC-56338B5E54EF}" dt="2025-10-08T23:02:40.648" v="6771" actId="47"/>
        <pc:sldMkLst>
          <pc:docMk/>
          <pc:sldMk cId="4174168077" sldId="535"/>
        </pc:sldMkLst>
        <pc:spChg chg="mod">
          <ac:chgData name="Fang-Yi Yu" userId="f9586db0-74ee-4635-a01b-2383b74f8a0c" providerId="ADAL" clId="{CAFF122E-D8DF-4CDB-8CCC-56338B5E54EF}" dt="2025-10-08T22:08:15.148" v="4335" actId="20577"/>
          <ac:spMkLst>
            <pc:docMk/>
            <pc:sldMk cId="4174168077" sldId="535"/>
            <ac:spMk id="2" creationId="{73AAA6CD-791D-4AD2-52FB-3F5C1EDC490A}"/>
          </ac:spMkLst>
        </pc:spChg>
        <pc:spChg chg="mod">
          <ac:chgData name="Fang-Yi Yu" userId="f9586db0-74ee-4635-a01b-2383b74f8a0c" providerId="ADAL" clId="{CAFF122E-D8DF-4CDB-8CCC-56338B5E54EF}" dt="2025-10-08T22:09:04.978" v="4403" actId="20577"/>
          <ac:spMkLst>
            <pc:docMk/>
            <pc:sldMk cId="4174168077" sldId="535"/>
            <ac:spMk id="3" creationId="{6943D51C-11CF-E728-BF9B-507919ACDF4D}"/>
          </ac:spMkLst>
        </pc:spChg>
      </pc:sldChg>
      <pc:sldChg chg="modSp add mod">
        <pc:chgData name="Fang-Yi Yu" userId="f9586db0-74ee-4635-a01b-2383b74f8a0c" providerId="ADAL" clId="{CAFF122E-D8DF-4CDB-8CCC-56338B5E54EF}" dt="2025-10-08T22:12:31.089" v="4637" actId="20577"/>
        <pc:sldMkLst>
          <pc:docMk/>
          <pc:sldMk cId="1827044276" sldId="536"/>
        </pc:sldMkLst>
        <pc:spChg chg="mod">
          <ac:chgData name="Fang-Yi Yu" userId="f9586db0-74ee-4635-a01b-2383b74f8a0c" providerId="ADAL" clId="{CAFF122E-D8DF-4CDB-8CCC-56338B5E54EF}" dt="2025-10-08T22:09:33.964" v="4408" actId="20577"/>
          <ac:spMkLst>
            <pc:docMk/>
            <pc:sldMk cId="1827044276" sldId="536"/>
            <ac:spMk id="2" creationId="{B29B6EAE-A9BE-C9FF-375C-35D636512992}"/>
          </ac:spMkLst>
        </pc:spChg>
        <pc:spChg chg="mod">
          <ac:chgData name="Fang-Yi Yu" userId="f9586db0-74ee-4635-a01b-2383b74f8a0c" providerId="ADAL" clId="{CAFF122E-D8DF-4CDB-8CCC-56338B5E54EF}" dt="2025-10-08T22:12:31.089" v="4637" actId="20577"/>
          <ac:spMkLst>
            <pc:docMk/>
            <pc:sldMk cId="1827044276" sldId="536"/>
            <ac:spMk id="3" creationId="{20D3D0EA-513D-3F99-0B9D-34C3B9082561}"/>
          </ac:spMkLst>
        </pc:spChg>
      </pc:sldChg>
      <pc:sldChg chg="addSp modSp new mod">
        <pc:chgData name="Fang-Yi Yu" userId="f9586db0-74ee-4635-a01b-2383b74f8a0c" providerId="ADAL" clId="{CAFF122E-D8DF-4CDB-8CCC-56338B5E54EF}" dt="2025-10-08T22:18:00.699" v="4948" actId="27636"/>
        <pc:sldMkLst>
          <pc:docMk/>
          <pc:sldMk cId="534626851" sldId="537"/>
        </pc:sldMkLst>
        <pc:spChg chg="mod">
          <ac:chgData name="Fang-Yi Yu" userId="f9586db0-74ee-4635-a01b-2383b74f8a0c" providerId="ADAL" clId="{CAFF122E-D8DF-4CDB-8CCC-56338B5E54EF}" dt="2025-10-08T22:12:49.729" v="4642" actId="27636"/>
          <ac:spMkLst>
            <pc:docMk/>
            <pc:sldMk cId="534626851" sldId="537"/>
            <ac:spMk id="2" creationId="{F587F35B-7181-F54D-719E-9F8C63D789F2}"/>
          </ac:spMkLst>
        </pc:spChg>
        <pc:spChg chg="mod">
          <ac:chgData name="Fang-Yi Yu" userId="f9586db0-74ee-4635-a01b-2383b74f8a0c" providerId="ADAL" clId="{CAFF122E-D8DF-4CDB-8CCC-56338B5E54EF}" dt="2025-10-08T22:18:00.699" v="4948" actId="27636"/>
          <ac:spMkLst>
            <pc:docMk/>
            <pc:sldMk cId="534626851" sldId="537"/>
            <ac:spMk id="3" creationId="{42D0828E-9B4B-2E6E-7230-A7241CAC4F58}"/>
          </ac:spMkLst>
        </pc:spChg>
        <pc:spChg chg="add">
          <ac:chgData name="Fang-Yi Yu" userId="f9586db0-74ee-4635-a01b-2383b74f8a0c" providerId="ADAL" clId="{CAFF122E-D8DF-4CDB-8CCC-56338B5E54EF}" dt="2025-10-08T22:15:16.273" v="4800"/>
          <ac:spMkLst>
            <pc:docMk/>
            <pc:sldMk cId="534626851" sldId="537"/>
            <ac:spMk id="5" creationId="{277573A4-40D6-583A-5A8A-7493A9BABEAF}"/>
          </ac:spMkLst>
        </pc:spChg>
      </pc:sldChg>
      <pc:sldChg chg="addSp modSp new mod">
        <pc:chgData name="Fang-Yi Yu" userId="f9586db0-74ee-4635-a01b-2383b74f8a0c" providerId="ADAL" clId="{CAFF122E-D8DF-4CDB-8CCC-56338B5E54EF}" dt="2025-10-08T22:25:14.964" v="5331" actId="5793"/>
        <pc:sldMkLst>
          <pc:docMk/>
          <pc:sldMk cId="1384646517" sldId="538"/>
        </pc:sldMkLst>
        <pc:spChg chg="mod">
          <ac:chgData name="Fang-Yi Yu" userId="f9586db0-74ee-4635-a01b-2383b74f8a0c" providerId="ADAL" clId="{CAFF122E-D8DF-4CDB-8CCC-56338B5E54EF}" dt="2025-10-08T22:18:16.129" v="4954" actId="27636"/>
          <ac:spMkLst>
            <pc:docMk/>
            <pc:sldMk cId="1384646517" sldId="538"/>
            <ac:spMk id="2" creationId="{AE18842C-1145-332E-29C1-7EA1918AF305}"/>
          </ac:spMkLst>
        </pc:spChg>
        <pc:spChg chg="mod">
          <ac:chgData name="Fang-Yi Yu" userId="f9586db0-74ee-4635-a01b-2383b74f8a0c" providerId="ADAL" clId="{CAFF122E-D8DF-4CDB-8CCC-56338B5E54EF}" dt="2025-10-08T22:25:14.964" v="5331" actId="5793"/>
          <ac:spMkLst>
            <pc:docMk/>
            <pc:sldMk cId="1384646517" sldId="538"/>
            <ac:spMk id="3" creationId="{577D1047-9340-6DD5-F687-A9823A49504D}"/>
          </ac:spMkLst>
        </pc:spChg>
        <pc:spChg chg="add mod">
          <ac:chgData name="Fang-Yi Yu" userId="f9586db0-74ee-4635-a01b-2383b74f8a0c" providerId="ADAL" clId="{CAFF122E-D8DF-4CDB-8CCC-56338B5E54EF}" dt="2025-10-08T22:24:46.157" v="5329" actId="1076"/>
          <ac:spMkLst>
            <pc:docMk/>
            <pc:sldMk cId="1384646517" sldId="538"/>
            <ac:spMk id="5" creationId="{53F868B5-039B-37AA-850D-E9DE2C9B836B}"/>
          </ac:spMkLst>
        </pc:spChg>
      </pc:sldChg>
      <pc:sldChg chg="addSp delSp modSp new mod">
        <pc:chgData name="Fang-Yi Yu" userId="f9586db0-74ee-4635-a01b-2383b74f8a0c" providerId="ADAL" clId="{CAFF122E-D8DF-4CDB-8CCC-56338B5E54EF}" dt="2025-10-08T22:26:30.601" v="5436" actId="20577"/>
        <pc:sldMkLst>
          <pc:docMk/>
          <pc:sldMk cId="589815076" sldId="539"/>
        </pc:sldMkLst>
        <pc:spChg chg="mod">
          <ac:chgData name="Fang-Yi Yu" userId="f9586db0-74ee-4635-a01b-2383b74f8a0c" providerId="ADAL" clId="{CAFF122E-D8DF-4CDB-8CCC-56338B5E54EF}" dt="2025-10-08T22:25:31.665" v="5341" actId="27636"/>
          <ac:spMkLst>
            <pc:docMk/>
            <pc:sldMk cId="589815076" sldId="539"/>
            <ac:spMk id="2" creationId="{0B606D06-89EF-6A06-897C-9EE45F3C2D00}"/>
          </ac:spMkLst>
        </pc:spChg>
        <pc:spChg chg="add del mod">
          <ac:chgData name="Fang-Yi Yu" userId="f9586db0-74ee-4635-a01b-2383b74f8a0c" providerId="ADAL" clId="{CAFF122E-D8DF-4CDB-8CCC-56338B5E54EF}" dt="2025-10-08T22:26:30.601" v="5436" actId="20577"/>
          <ac:spMkLst>
            <pc:docMk/>
            <pc:sldMk cId="589815076" sldId="539"/>
            <ac:spMk id="3" creationId="{5E8F4419-04A9-A605-56C5-726198CBA71D}"/>
          </ac:spMkLst>
        </pc:spChg>
        <pc:spChg chg="add mod">
          <ac:chgData name="Fang-Yi Yu" userId="f9586db0-74ee-4635-a01b-2383b74f8a0c" providerId="ADAL" clId="{CAFF122E-D8DF-4CDB-8CCC-56338B5E54EF}" dt="2025-10-08T22:25:19.603" v="5334"/>
          <ac:spMkLst>
            <pc:docMk/>
            <pc:sldMk cId="589815076" sldId="539"/>
            <ac:spMk id="5" creationId="{48A5FE87-B3F8-5B55-E583-2D41A8D57A3F}"/>
          </ac:spMkLst>
        </pc:spChg>
      </pc:sldChg>
      <pc:sldChg chg="addSp delSp modSp new mod modClrScheme chgLayout">
        <pc:chgData name="Fang-Yi Yu" userId="f9586db0-74ee-4635-a01b-2383b74f8a0c" providerId="ADAL" clId="{CAFF122E-D8DF-4CDB-8CCC-56338B5E54EF}" dt="2025-10-08T22:36:24.124" v="5934" actId="20577"/>
        <pc:sldMkLst>
          <pc:docMk/>
          <pc:sldMk cId="453954328" sldId="540"/>
        </pc:sldMkLst>
        <pc:spChg chg="mod ord">
          <ac:chgData name="Fang-Yi Yu" userId="f9586db0-74ee-4635-a01b-2383b74f8a0c" providerId="ADAL" clId="{CAFF122E-D8DF-4CDB-8CCC-56338B5E54EF}" dt="2025-10-08T22:36:03.162" v="5929" actId="700"/>
          <ac:spMkLst>
            <pc:docMk/>
            <pc:sldMk cId="453954328" sldId="540"/>
            <ac:spMk id="2" creationId="{B6E70FC4-5189-F367-DA33-2652F942837C}"/>
          </ac:spMkLst>
        </pc:spChg>
        <pc:spChg chg="mod ord">
          <ac:chgData name="Fang-Yi Yu" userId="f9586db0-74ee-4635-a01b-2383b74f8a0c" providerId="ADAL" clId="{CAFF122E-D8DF-4CDB-8CCC-56338B5E54EF}" dt="2025-10-08T22:36:24.124" v="5934" actId="20577"/>
          <ac:spMkLst>
            <pc:docMk/>
            <pc:sldMk cId="453954328" sldId="540"/>
            <ac:spMk id="3" creationId="{B176E983-F8F3-E514-47D9-687C65CC5708}"/>
          </ac:spMkLst>
        </pc:spChg>
        <pc:spChg chg="mod ord">
          <ac:chgData name="Fang-Yi Yu" userId="f9586db0-74ee-4635-a01b-2383b74f8a0c" providerId="ADAL" clId="{CAFF122E-D8DF-4CDB-8CCC-56338B5E54EF}" dt="2025-10-08T22:36:03.162" v="5929" actId="700"/>
          <ac:spMkLst>
            <pc:docMk/>
            <pc:sldMk cId="453954328" sldId="540"/>
            <ac:spMk id="4" creationId="{9F6E7F0D-FCEE-2211-D272-1B1482350972}"/>
          </ac:spMkLst>
        </pc:spChg>
        <pc:spChg chg="add del mod ord">
          <ac:chgData name="Fang-Yi Yu" userId="f9586db0-74ee-4635-a01b-2383b74f8a0c" providerId="ADAL" clId="{CAFF122E-D8DF-4CDB-8CCC-56338B5E54EF}" dt="2025-10-08T22:35:48.303" v="5925" actId="700"/>
          <ac:spMkLst>
            <pc:docMk/>
            <pc:sldMk cId="453954328" sldId="540"/>
            <ac:spMk id="5" creationId="{86420EF3-290A-FA0C-F121-ABFC86CFA4AA}"/>
          </ac:spMkLst>
        </pc:spChg>
        <pc:spChg chg="add del mod ord">
          <ac:chgData name="Fang-Yi Yu" userId="f9586db0-74ee-4635-a01b-2383b74f8a0c" providerId="ADAL" clId="{CAFF122E-D8DF-4CDB-8CCC-56338B5E54EF}" dt="2025-10-08T22:36:08.096" v="5931"/>
          <ac:spMkLst>
            <pc:docMk/>
            <pc:sldMk cId="453954328" sldId="540"/>
            <ac:spMk id="6" creationId="{C21A3F17-925D-FD52-95BB-5C0123ACD202}"/>
          </ac:spMkLst>
        </pc:spChg>
        <pc:picChg chg="add mod">
          <ac:chgData name="Fang-Yi Yu" userId="f9586db0-74ee-4635-a01b-2383b74f8a0c" providerId="ADAL" clId="{CAFF122E-D8DF-4CDB-8CCC-56338B5E54EF}" dt="2025-10-08T22:36:08.096" v="5931"/>
          <ac:picMkLst>
            <pc:docMk/>
            <pc:sldMk cId="453954328" sldId="540"/>
            <ac:picMk id="7" creationId="{F9FAF032-E4AC-2B2E-0901-9127AACB389F}"/>
          </ac:picMkLst>
        </pc:picChg>
        <pc:picChg chg="add del mod">
          <ac:chgData name="Fang-Yi Yu" userId="f9586db0-74ee-4635-a01b-2383b74f8a0c" providerId="ADAL" clId="{CAFF122E-D8DF-4CDB-8CCC-56338B5E54EF}" dt="2025-10-08T22:36:07.250" v="5930" actId="21"/>
          <ac:picMkLst>
            <pc:docMk/>
            <pc:sldMk cId="453954328" sldId="540"/>
            <ac:picMk id="10242" creationId="{F9FAF032-E4AC-2B2E-0901-9127AACB389F}"/>
          </ac:picMkLst>
        </pc:picChg>
      </pc:sldChg>
      <pc:sldChg chg="addSp delSp modSp new mod modClrScheme chgLayout">
        <pc:chgData name="Fang-Yi Yu" userId="f9586db0-74ee-4635-a01b-2383b74f8a0c" providerId="ADAL" clId="{CAFF122E-D8DF-4CDB-8CCC-56338B5E54EF}" dt="2025-10-08T22:42:25.292" v="6339" actId="20577"/>
        <pc:sldMkLst>
          <pc:docMk/>
          <pc:sldMk cId="1023526935" sldId="541"/>
        </pc:sldMkLst>
        <pc:spChg chg="del mod ord">
          <ac:chgData name="Fang-Yi Yu" userId="f9586db0-74ee-4635-a01b-2383b74f8a0c" providerId="ADAL" clId="{CAFF122E-D8DF-4CDB-8CCC-56338B5E54EF}" dt="2025-10-08T22:36:53.327" v="5936" actId="700"/>
          <ac:spMkLst>
            <pc:docMk/>
            <pc:sldMk cId="1023526935" sldId="541"/>
            <ac:spMk id="2" creationId="{3C3D3A2C-9523-2092-9609-8436F4BF7A3A}"/>
          </ac:spMkLst>
        </pc:spChg>
        <pc:spChg chg="del mod ord">
          <ac:chgData name="Fang-Yi Yu" userId="f9586db0-74ee-4635-a01b-2383b74f8a0c" providerId="ADAL" clId="{CAFF122E-D8DF-4CDB-8CCC-56338B5E54EF}" dt="2025-10-08T22:36:53.327" v="5936" actId="700"/>
          <ac:spMkLst>
            <pc:docMk/>
            <pc:sldMk cId="1023526935" sldId="541"/>
            <ac:spMk id="3" creationId="{9965563B-5BCA-766D-5E8A-5A5AA5BFC106}"/>
          </ac:spMkLst>
        </pc:spChg>
        <pc:spChg chg="del">
          <ac:chgData name="Fang-Yi Yu" userId="f9586db0-74ee-4635-a01b-2383b74f8a0c" providerId="ADAL" clId="{CAFF122E-D8DF-4CDB-8CCC-56338B5E54EF}" dt="2025-10-08T22:36:53.327" v="5936" actId="700"/>
          <ac:spMkLst>
            <pc:docMk/>
            <pc:sldMk cId="1023526935" sldId="541"/>
            <ac:spMk id="4" creationId="{D3114373-5C33-3083-EB44-55A5E22E6490}"/>
          </ac:spMkLst>
        </pc:spChg>
        <pc:spChg chg="mod ord">
          <ac:chgData name="Fang-Yi Yu" userId="f9586db0-74ee-4635-a01b-2383b74f8a0c" providerId="ADAL" clId="{CAFF122E-D8DF-4CDB-8CCC-56338B5E54EF}" dt="2025-10-08T22:36:53.327" v="5936" actId="700"/>
          <ac:spMkLst>
            <pc:docMk/>
            <pc:sldMk cId="1023526935" sldId="541"/>
            <ac:spMk id="5" creationId="{5E277EC8-F351-3676-D3AC-AA078ED86B05}"/>
          </ac:spMkLst>
        </pc:spChg>
        <pc:spChg chg="add mod ord">
          <ac:chgData name="Fang-Yi Yu" userId="f9586db0-74ee-4635-a01b-2383b74f8a0c" providerId="ADAL" clId="{CAFF122E-D8DF-4CDB-8CCC-56338B5E54EF}" dt="2025-10-08T22:36:55.191" v="5940" actId="27636"/>
          <ac:spMkLst>
            <pc:docMk/>
            <pc:sldMk cId="1023526935" sldId="541"/>
            <ac:spMk id="6" creationId="{988BEC8E-6373-56ED-9DE3-771098771D20}"/>
          </ac:spMkLst>
        </pc:spChg>
        <pc:spChg chg="add mod ord">
          <ac:chgData name="Fang-Yi Yu" userId="f9586db0-74ee-4635-a01b-2383b74f8a0c" providerId="ADAL" clId="{CAFF122E-D8DF-4CDB-8CCC-56338B5E54EF}" dt="2025-10-08T22:42:25.292" v="6339" actId="20577"/>
          <ac:spMkLst>
            <pc:docMk/>
            <pc:sldMk cId="1023526935" sldId="541"/>
            <ac:spMk id="7" creationId="{0FF3C818-3617-61A8-1BBB-D2B1E17DCE22}"/>
          </ac:spMkLst>
        </pc:spChg>
      </pc:sldChg>
      <pc:sldChg chg="addSp delSp modSp new mod modClrScheme chgLayout">
        <pc:chgData name="Fang-Yi Yu" userId="f9586db0-74ee-4635-a01b-2383b74f8a0c" providerId="ADAL" clId="{CAFF122E-D8DF-4CDB-8CCC-56338B5E54EF}" dt="2025-10-08T22:46:04.159" v="6457" actId="207"/>
        <pc:sldMkLst>
          <pc:docMk/>
          <pc:sldMk cId="3140500862" sldId="542"/>
        </pc:sldMkLst>
        <pc:spChg chg="mod ord">
          <ac:chgData name="Fang-Yi Yu" userId="f9586db0-74ee-4635-a01b-2383b74f8a0c" providerId="ADAL" clId="{CAFF122E-D8DF-4CDB-8CCC-56338B5E54EF}" dt="2025-10-08T22:45:40.257" v="6453" actId="700"/>
          <ac:spMkLst>
            <pc:docMk/>
            <pc:sldMk cId="3140500862" sldId="542"/>
            <ac:spMk id="2" creationId="{461A56ED-642A-E46E-8110-8D538E123F3B}"/>
          </ac:spMkLst>
        </pc:spChg>
        <pc:spChg chg="mod ord">
          <ac:chgData name="Fang-Yi Yu" userId="f9586db0-74ee-4635-a01b-2383b74f8a0c" providerId="ADAL" clId="{CAFF122E-D8DF-4CDB-8CCC-56338B5E54EF}" dt="2025-10-08T22:46:04.159" v="6457" actId="207"/>
          <ac:spMkLst>
            <pc:docMk/>
            <pc:sldMk cId="3140500862" sldId="542"/>
            <ac:spMk id="3" creationId="{EF3A30D5-5EE9-E2D6-9594-4463BCC52208}"/>
          </ac:spMkLst>
        </pc:spChg>
        <pc:spChg chg="mod ord">
          <ac:chgData name="Fang-Yi Yu" userId="f9586db0-74ee-4635-a01b-2383b74f8a0c" providerId="ADAL" clId="{CAFF122E-D8DF-4CDB-8CCC-56338B5E54EF}" dt="2025-10-08T22:45:40.257" v="6453" actId="700"/>
          <ac:spMkLst>
            <pc:docMk/>
            <pc:sldMk cId="3140500862" sldId="542"/>
            <ac:spMk id="4" creationId="{13AA4BD9-2815-746D-F8DD-F043E1C72FF7}"/>
          </ac:spMkLst>
        </pc:spChg>
        <pc:spChg chg="add del mod ord">
          <ac:chgData name="Fang-Yi Yu" userId="f9586db0-74ee-4635-a01b-2383b74f8a0c" providerId="ADAL" clId="{CAFF122E-D8DF-4CDB-8CCC-56338B5E54EF}" dt="2025-10-08T22:45:43.096" v="6455"/>
          <ac:spMkLst>
            <pc:docMk/>
            <pc:sldMk cId="3140500862" sldId="542"/>
            <ac:spMk id="5" creationId="{61DD7F1E-77AD-5469-CE9E-B8033570E352}"/>
          </ac:spMkLst>
        </pc:spChg>
        <pc:picChg chg="add mod">
          <ac:chgData name="Fang-Yi Yu" userId="f9586db0-74ee-4635-a01b-2383b74f8a0c" providerId="ADAL" clId="{CAFF122E-D8DF-4CDB-8CCC-56338B5E54EF}" dt="2025-10-08T22:45:43.096" v="6455"/>
          <ac:picMkLst>
            <pc:docMk/>
            <pc:sldMk cId="3140500862" sldId="542"/>
            <ac:picMk id="6" creationId="{F5D052E5-2FFA-CDAF-BCE8-F510A672A6AD}"/>
          </ac:picMkLst>
        </pc:picChg>
        <pc:picChg chg="add del mod">
          <ac:chgData name="Fang-Yi Yu" userId="f9586db0-74ee-4635-a01b-2383b74f8a0c" providerId="ADAL" clId="{CAFF122E-D8DF-4CDB-8CCC-56338B5E54EF}" dt="2025-10-08T22:45:41.368" v="6454" actId="21"/>
          <ac:picMkLst>
            <pc:docMk/>
            <pc:sldMk cId="3140500862" sldId="542"/>
            <ac:picMk id="11266" creationId="{F5D052E5-2FFA-CDAF-BCE8-F510A672A6AD}"/>
          </ac:picMkLst>
        </pc:picChg>
      </pc:sldChg>
      <pc:sldChg chg="addSp delSp modSp new mod modClrScheme chgLayout">
        <pc:chgData name="Fang-Yi Yu" userId="f9586db0-74ee-4635-a01b-2383b74f8a0c" providerId="ADAL" clId="{CAFF122E-D8DF-4CDB-8CCC-56338B5E54EF}" dt="2025-10-08T22:49:23.256" v="6517" actId="20577"/>
        <pc:sldMkLst>
          <pc:docMk/>
          <pc:sldMk cId="634856930" sldId="543"/>
        </pc:sldMkLst>
        <pc:spChg chg="del mod ord">
          <ac:chgData name="Fang-Yi Yu" userId="f9586db0-74ee-4635-a01b-2383b74f8a0c" providerId="ADAL" clId="{CAFF122E-D8DF-4CDB-8CCC-56338B5E54EF}" dt="2025-10-08T22:46:39.997" v="6459" actId="700"/>
          <ac:spMkLst>
            <pc:docMk/>
            <pc:sldMk cId="634856930" sldId="543"/>
            <ac:spMk id="2" creationId="{67E53D42-3E93-3638-6959-4ECA67BEEE57}"/>
          </ac:spMkLst>
        </pc:spChg>
        <pc:spChg chg="del mod ord">
          <ac:chgData name="Fang-Yi Yu" userId="f9586db0-74ee-4635-a01b-2383b74f8a0c" providerId="ADAL" clId="{CAFF122E-D8DF-4CDB-8CCC-56338B5E54EF}" dt="2025-10-08T22:46:39.997" v="6459" actId="700"/>
          <ac:spMkLst>
            <pc:docMk/>
            <pc:sldMk cId="634856930" sldId="543"/>
            <ac:spMk id="3" creationId="{FADBE771-D236-21F7-56C9-8E2A01541832}"/>
          </ac:spMkLst>
        </pc:spChg>
        <pc:spChg chg="del">
          <ac:chgData name="Fang-Yi Yu" userId="f9586db0-74ee-4635-a01b-2383b74f8a0c" providerId="ADAL" clId="{CAFF122E-D8DF-4CDB-8CCC-56338B5E54EF}" dt="2025-10-08T22:46:39.997" v="6459" actId="700"/>
          <ac:spMkLst>
            <pc:docMk/>
            <pc:sldMk cId="634856930" sldId="543"/>
            <ac:spMk id="4" creationId="{0B0DDA5A-E205-3E09-39F7-0A03C0B46675}"/>
          </ac:spMkLst>
        </pc:spChg>
        <pc:spChg chg="mod ord">
          <ac:chgData name="Fang-Yi Yu" userId="f9586db0-74ee-4635-a01b-2383b74f8a0c" providerId="ADAL" clId="{CAFF122E-D8DF-4CDB-8CCC-56338B5E54EF}" dt="2025-10-08T22:46:39.997" v="6459" actId="700"/>
          <ac:spMkLst>
            <pc:docMk/>
            <pc:sldMk cId="634856930" sldId="543"/>
            <ac:spMk id="5" creationId="{9F880147-8EAE-1A18-3E4B-8EF393680293}"/>
          </ac:spMkLst>
        </pc:spChg>
        <pc:spChg chg="add mod ord">
          <ac:chgData name="Fang-Yi Yu" userId="f9586db0-74ee-4635-a01b-2383b74f8a0c" providerId="ADAL" clId="{CAFF122E-D8DF-4CDB-8CCC-56338B5E54EF}" dt="2025-10-08T22:46:52.976" v="6479" actId="20577"/>
          <ac:spMkLst>
            <pc:docMk/>
            <pc:sldMk cId="634856930" sldId="543"/>
            <ac:spMk id="6" creationId="{678E00BD-1F6A-9CBC-5E09-3664387AF603}"/>
          </ac:spMkLst>
        </pc:spChg>
        <pc:spChg chg="add mod ord">
          <ac:chgData name="Fang-Yi Yu" userId="f9586db0-74ee-4635-a01b-2383b74f8a0c" providerId="ADAL" clId="{CAFF122E-D8DF-4CDB-8CCC-56338B5E54EF}" dt="2025-10-08T22:49:23.256" v="6517" actId="20577"/>
          <ac:spMkLst>
            <pc:docMk/>
            <pc:sldMk cId="634856930" sldId="543"/>
            <ac:spMk id="7" creationId="{BF1E2F83-7883-7CD2-7054-91A14A6C089F}"/>
          </ac:spMkLst>
        </pc:spChg>
      </pc:sldChg>
      <pc:sldChg chg="addSp delSp modSp new mod">
        <pc:chgData name="Fang-Yi Yu" userId="f9586db0-74ee-4635-a01b-2383b74f8a0c" providerId="ADAL" clId="{CAFF122E-D8DF-4CDB-8CCC-56338B5E54EF}" dt="2025-10-08T22:55:08.496" v="6547" actId="27636"/>
        <pc:sldMkLst>
          <pc:docMk/>
          <pc:sldMk cId="2904756370" sldId="544"/>
        </pc:sldMkLst>
        <pc:spChg chg="mod">
          <ac:chgData name="Fang-Yi Yu" userId="f9586db0-74ee-4635-a01b-2383b74f8a0c" providerId="ADAL" clId="{CAFF122E-D8DF-4CDB-8CCC-56338B5E54EF}" dt="2025-10-08T22:55:08.496" v="6547" actId="27636"/>
          <ac:spMkLst>
            <pc:docMk/>
            <pc:sldMk cId="2904756370" sldId="544"/>
            <ac:spMk id="2" creationId="{369A7703-501E-1753-2A28-D61E975967D4}"/>
          </ac:spMkLst>
        </pc:spChg>
        <pc:spChg chg="add del">
          <ac:chgData name="Fang-Yi Yu" userId="f9586db0-74ee-4635-a01b-2383b74f8a0c" providerId="ADAL" clId="{CAFF122E-D8DF-4CDB-8CCC-56338B5E54EF}" dt="2025-10-08T22:55:00.096" v="6543" actId="22"/>
          <ac:spMkLst>
            <pc:docMk/>
            <pc:sldMk cId="2904756370" sldId="544"/>
            <ac:spMk id="3" creationId="{ACD8BE9F-3747-C0AF-F5F8-CC2DADE4058A}"/>
          </ac:spMkLst>
        </pc:spChg>
        <pc:spChg chg="add mod">
          <ac:chgData name="Fang-Yi Yu" userId="f9586db0-74ee-4635-a01b-2383b74f8a0c" providerId="ADAL" clId="{CAFF122E-D8DF-4CDB-8CCC-56338B5E54EF}" dt="2025-10-08T22:54:23.619" v="6540"/>
          <ac:spMkLst>
            <pc:docMk/>
            <pc:sldMk cId="2904756370" sldId="544"/>
            <ac:spMk id="5" creationId="{A92E3CEB-26D8-BB78-2FFB-238BB63F3680}"/>
          </ac:spMkLst>
        </pc:spChg>
        <pc:spChg chg="add mod">
          <ac:chgData name="Fang-Yi Yu" userId="f9586db0-74ee-4635-a01b-2383b74f8a0c" providerId="ADAL" clId="{CAFF122E-D8DF-4CDB-8CCC-56338B5E54EF}" dt="2025-10-08T22:54:37.764" v="6542"/>
          <ac:spMkLst>
            <pc:docMk/>
            <pc:sldMk cId="2904756370" sldId="544"/>
            <ac:spMk id="6" creationId="{02718BCF-A88C-69AA-BA41-514DFDF55181}"/>
          </ac:spMkLst>
        </pc:spChg>
        <pc:picChg chg="add mod ord">
          <ac:chgData name="Fang-Yi Yu" userId="f9586db0-74ee-4635-a01b-2383b74f8a0c" providerId="ADAL" clId="{CAFF122E-D8DF-4CDB-8CCC-56338B5E54EF}" dt="2025-10-08T22:55:00.096" v="6543" actId="22"/>
          <ac:picMkLst>
            <pc:docMk/>
            <pc:sldMk cId="2904756370" sldId="544"/>
            <ac:picMk id="8" creationId="{3B64EB82-DFCE-A09C-1058-63778C4D6312}"/>
          </ac:picMkLst>
        </pc:picChg>
      </pc:sldChg>
      <pc:sldChg chg="modSp new mod">
        <pc:chgData name="Fang-Yi Yu" userId="f9586db0-74ee-4635-a01b-2383b74f8a0c" providerId="ADAL" clId="{CAFF122E-D8DF-4CDB-8CCC-56338B5E54EF}" dt="2025-10-08T23:00:40.461" v="6712" actId="6549"/>
        <pc:sldMkLst>
          <pc:docMk/>
          <pc:sldMk cId="1377177434" sldId="545"/>
        </pc:sldMkLst>
        <pc:spChg chg="mod">
          <ac:chgData name="Fang-Yi Yu" userId="f9586db0-74ee-4635-a01b-2383b74f8a0c" providerId="ADAL" clId="{CAFF122E-D8DF-4CDB-8CCC-56338B5E54EF}" dt="2025-10-08T22:55:49.166" v="6589" actId="20577"/>
          <ac:spMkLst>
            <pc:docMk/>
            <pc:sldMk cId="1377177434" sldId="545"/>
            <ac:spMk id="2" creationId="{D480FE28-D663-FA18-F2DF-AA785A3F19D5}"/>
          </ac:spMkLst>
        </pc:spChg>
        <pc:spChg chg="mod">
          <ac:chgData name="Fang-Yi Yu" userId="f9586db0-74ee-4635-a01b-2383b74f8a0c" providerId="ADAL" clId="{CAFF122E-D8DF-4CDB-8CCC-56338B5E54EF}" dt="2025-10-08T23:00:40.461" v="6712" actId="6549"/>
          <ac:spMkLst>
            <pc:docMk/>
            <pc:sldMk cId="1377177434" sldId="545"/>
            <ac:spMk id="3" creationId="{598F5C81-3FDC-55D5-4903-1DBECF3556A1}"/>
          </ac:spMkLst>
        </pc:spChg>
      </pc:sldChg>
      <pc:sldChg chg="addSp delSp modSp new mod">
        <pc:chgData name="Fang-Yi Yu" userId="f9586db0-74ee-4635-a01b-2383b74f8a0c" providerId="ADAL" clId="{CAFF122E-D8DF-4CDB-8CCC-56338B5E54EF}" dt="2025-10-08T23:02:17.283" v="6770" actId="20577"/>
        <pc:sldMkLst>
          <pc:docMk/>
          <pc:sldMk cId="1221108281" sldId="546"/>
        </pc:sldMkLst>
        <pc:spChg chg="mod">
          <ac:chgData name="Fang-Yi Yu" userId="f9586db0-74ee-4635-a01b-2383b74f8a0c" providerId="ADAL" clId="{CAFF122E-D8DF-4CDB-8CCC-56338B5E54EF}" dt="2025-10-08T23:02:17.283" v="6770" actId="20577"/>
          <ac:spMkLst>
            <pc:docMk/>
            <pc:sldMk cId="1221108281" sldId="546"/>
            <ac:spMk id="2" creationId="{C1332B8F-A61A-19C7-6A2C-3A6F722E0F92}"/>
          </ac:spMkLst>
        </pc:spChg>
        <pc:spChg chg="del">
          <ac:chgData name="Fang-Yi Yu" userId="f9586db0-74ee-4635-a01b-2383b74f8a0c" providerId="ADAL" clId="{CAFF122E-D8DF-4CDB-8CCC-56338B5E54EF}" dt="2025-10-08T23:01:34.478" v="6714"/>
          <ac:spMkLst>
            <pc:docMk/>
            <pc:sldMk cId="1221108281" sldId="546"/>
            <ac:spMk id="3" creationId="{37914327-4B4E-B12A-B0D1-86BC057D36DC}"/>
          </ac:spMkLst>
        </pc:spChg>
        <pc:spChg chg="add del mod">
          <ac:chgData name="Fang-Yi Yu" userId="f9586db0-74ee-4635-a01b-2383b74f8a0c" providerId="ADAL" clId="{CAFF122E-D8DF-4CDB-8CCC-56338B5E54EF}" dt="2025-10-08T23:01:54.577" v="6715" actId="22"/>
          <ac:spMkLst>
            <pc:docMk/>
            <pc:sldMk cId="1221108281" sldId="546"/>
            <ac:spMk id="5" creationId="{443F5F0D-AF99-9A24-D1FB-8D844BB6113D}"/>
          </ac:spMkLst>
        </pc:spChg>
        <pc:picChg chg="add mod ord">
          <ac:chgData name="Fang-Yi Yu" userId="f9586db0-74ee-4635-a01b-2383b74f8a0c" providerId="ADAL" clId="{CAFF122E-D8DF-4CDB-8CCC-56338B5E54EF}" dt="2025-10-08T23:01:54.577" v="6715" actId="22"/>
          <ac:picMkLst>
            <pc:docMk/>
            <pc:sldMk cId="1221108281" sldId="546"/>
            <ac:picMk id="7" creationId="{F2BBE2DE-A823-1165-6707-666B5882A6F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EB02B-200D-4F5B-99B8-48B6F0105DD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575FC-5C78-448D-BCBA-5F6D172DE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6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rgbClr val="00523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61151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523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094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523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00EF2-9EE2-4713-B6DA-BBC967E0F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63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523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7ABBC-81E7-4017-AAB9-5DE3C261A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52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523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C873F5-FDEF-4B71-B3A5-3C4638F622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80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523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EF6A8E-B225-4BE8-9A04-7C7A17B83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2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0CCF93-5CB1-4176-B2EE-7133395CD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3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73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5667"/>
            <a:ext cx="10972800" cy="4917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Line 8"/>
          <p:cNvSpPr>
            <a:spLocks noChangeShapeType="1"/>
          </p:cNvSpPr>
          <p:nvPr userDrawn="1"/>
        </p:nvSpPr>
        <p:spPr bwMode="auto">
          <a:xfrm>
            <a:off x="609600" y="6184775"/>
            <a:ext cx="1107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8" name="Line 9"/>
          <p:cNvSpPr>
            <a:spLocks noChangeShapeType="1"/>
          </p:cNvSpPr>
          <p:nvPr userDrawn="1"/>
        </p:nvSpPr>
        <p:spPr bwMode="auto">
          <a:xfrm>
            <a:off x="508000" y="1108239"/>
            <a:ext cx="11176000" cy="0"/>
          </a:xfrm>
          <a:prstGeom prst="line">
            <a:avLst/>
          </a:prstGeom>
          <a:noFill/>
          <a:ln w="63500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772DA-A9A2-49FC-AF65-B91929A31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75138-EC3A-4CD7-9071-7F7F50FC7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1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86" r:id="rId3"/>
    <p:sldLayoutId id="2147483670" r:id="rId4"/>
    <p:sldLayoutId id="2147483669" r:id="rId5"/>
    <p:sldLayoutId id="2147483691" r:id="rId6"/>
    <p:sldLayoutId id="2147483672" r:id="rId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1" i="0" kern="1200">
          <a:solidFill>
            <a:srgbClr val="005239"/>
          </a:solidFill>
          <a:latin typeface="Univers" panose="020B0503020202020204" pitchFamily="34" charset="0"/>
          <a:ea typeface="+mj-ea"/>
          <a:cs typeface="Univers" panose="020B0503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baseline="0">
          <a:solidFill>
            <a:schemeClr val="tx1"/>
          </a:solidFill>
          <a:latin typeface="Univers" panose="020B0503020202020204" pitchFamily="34" charset="0"/>
          <a:ea typeface="+mn-ea"/>
          <a:cs typeface="Corbe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baseline="0">
          <a:solidFill>
            <a:schemeClr val="tx1"/>
          </a:solidFill>
          <a:latin typeface="Univers" panose="020B0503020202020204" pitchFamily="34" charset="0"/>
          <a:ea typeface="+mn-ea"/>
          <a:cs typeface="Corbe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chemeClr val="tx1"/>
          </a:solidFill>
          <a:latin typeface="Univers" panose="020B0503020202020204" pitchFamily="34" charset="0"/>
          <a:ea typeface="+mn-ea"/>
          <a:cs typeface="Corbe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baseline="0">
          <a:solidFill>
            <a:schemeClr val="tx1"/>
          </a:solidFill>
          <a:latin typeface="Univers" panose="020B0503020202020204" pitchFamily="34" charset="0"/>
          <a:ea typeface="+mn-ea"/>
          <a:cs typeface="Corbe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baseline="0">
          <a:solidFill>
            <a:schemeClr val="tx1"/>
          </a:solidFill>
          <a:latin typeface="Univers" panose="020B0503020202020204" pitchFamily="34" charset="0"/>
          <a:ea typeface="+mn-ea"/>
          <a:cs typeface="Corbe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B592-EF44-91F2-3841-4FACE6AC2E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CS-688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0994C-3610-0A0B-7CE0-088AC47839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Fang-Yi Yu</a:t>
            </a:r>
          </a:p>
          <a:p>
            <a:r>
              <a:rPr lang="en-US"/>
              <a:t>George Mason University, Fall 2025</a:t>
            </a:r>
          </a:p>
        </p:txBody>
      </p:sp>
    </p:spTree>
    <p:extLst>
      <p:ext uri="{BB962C8B-B14F-4D97-AF65-F5344CB8AC3E}">
        <p14:creationId xmlns:p14="http://schemas.microsoft.com/office/powerpoint/2010/main" val="510056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E3B9A-0237-BD22-D4BC-11F5A3975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73326"/>
          </a:xfrm>
        </p:spPr>
        <p:txBody>
          <a:bodyPr>
            <a:normAutofit/>
          </a:bodyPr>
          <a:lstStyle/>
          <a:p>
            <a:r>
              <a:rPr lang="en-US" altLang="en-US"/>
              <a:t>Logistic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491FF-2830-A259-183A-1D171EF99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5667"/>
            <a:ext cx="10972800" cy="4917922"/>
          </a:xfrm>
        </p:spPr>
        <p:txBody>
          <a:bodyPr>
            <a:normAutofit/>
          </a:bodyPr>
          <a:lstStyle/>
          <a:p>
            <a:r>
              <a:rPr lang="en-US" altLang="en-US" dirty="0"/>
              <a:t>Final project group formation this Friday</a:t>
            </a:r>
          </a:p>
          <a:p>
            <a:r>
              <a:rPr lang="en-US" altLang="en-US" dirty="0"/>
              <a:t>Homework 2 due on Oct 21</a:t>
            </a:r>
          </a:p>
          <a:p>
            <a:r>
              <a:rPr lang="en-US" altLang="en-US" dirty="0"/>
              <a:t>Midterm on Oct 22</a:t>
            </a:r>
          </a:p>
        </p:txBody>
      </p:sp>
      <p:sp>
        <p:nvSpPr>
          <p:cNvPr id="16385" name="Rectangle 4">
            <a:extLst>
              <a:ext uri="{FF2B5EF4-FFF2-40B4-BE49-F238E27FC236}">
                <a16:creationId xmlns:a16="http://schemas.microsoft.com/office/drawing/2014/main" id="{B12B4A6C-A7E5-3DF9-3D12-D146697AF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4400" b="1">
              <a:solidFill>
                <a:schemeClr val="accent3">
                  <a:lumMod val="75000"/>
                </a:schemeClr>
              </a:solidFill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177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BA99B-5FD8-7DF6-E8C4-0989FE43B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different approaches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913DEA-ECBC-0CF9-087E-6F8DEDFFE0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Discriminative model:</a:t>
                </a:r>
              </a:p>
              <a:p>
                <a:pPr lvl="1"/>
                <a:r>
                  <a:rPr lang="en-US" dirty="0"/>
                  <a:t>learn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directly</a:t>
                </a:r>
              </a:p>
              <a:p>
                <a:pPr lvl="1"/>
                <a:r>
                  <a:rPr lang="en-US" dirty="0" err="1"/>
                  <a:t>kNN</a:t>
                </a:r>
                <a:r>
                  <a:rPr lang="en-US" dirty="0"/>
                  <a:t>, perceptron algorithm</a:t>
                </a:r>
              </a:p>
              <a:p>
                <a:r>
                  <a:rPr lang="en-US" dirty="0"/>
                  <a:t>Probabilistic discriminative models: </a:t>
                </a:r>
              </a:p>
              <a:p>
                <a:pPr lvl="1"/>
                <a:r>
                  <a:rPr lang="en-US" dirty="0"/>
                  <a:t>estimate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from training data and use Bayes-optimal classifier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Logistic regression</a:t>
                </a:r>
              </a:p>
              <a:p>
                <a:r>
                  <a:rPr lang="en-US" dirty="0"/>
                  <a:t>Generative probabilistic model:</a:t>
                </a:r>
              </a:p>
              <a:p>
                <a:pPr lvl="1"/>
                <a:r>
                  <a:rPr lang="en-US" dirty="0"/>
                  <a:t>Estimate joint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LDA, GDA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913DEA-ECBC-0CF9-087E-6F8DEDFFE0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2602" b="-1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2BAE5-D935-7BD2-3A7C-DAEEBD63E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49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5281-08E4-3394-F272-6BDF9F3A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Perceptron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374CE-67BE-B898-6C44-C397519FCA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D9BC3F6-6C1E-6A28-8224-49F1873088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that minimize error of linear classifier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sgn</m:t>
                        </m:r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D9BC3F6-6C1E-6A28-8224-49F1873088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A81F7DBF-4386-6D44-5F9E-C75750D5D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124" y="1845480"/>
            <a:ext cx="4889751" cy="398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74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EAD1C-3BFE-778C-12CE-BAB689CD8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D6AD7-8115-F2A8-BD3F-DBB212AD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Perceptron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44D20B-36C7-C7EB-AA46-A5460B38FD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∈{−1, 1}</m:t>
                    </m:r>
                  </m:oMath>
                </a14:m>
                <a:r>
                  <a:rPr lang="en-US" dirty="0"/>
                  <a:t> and initial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each 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=0,… </m:t>
                    </m:r>
                  </m:oMath>
                </a14:m>
                <a:r>
                  <a:rPr lang="en-US" dirty="0"/>
                  <a:t>, observe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and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sgn</m:t>
                        </m:r>
                      </m:fName>
                      <m:e>
                        <m:sSubSup>
                          <m:sSub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𝑓𝑖𝑛𝑎𝑙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44D20B-36C7-C7EB-AA46-A5460B38FD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9B583-65E9-8B91-C7F2-400AB6EBA2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126F13-4563-BF25-3D41-7291BF587BE9}"/>
                  </a:ext>
                </a:extLst>
              </p:cNvPr>
              <p:cNvSpPr txBox="1"/>
              <p:nvPr/>
            </p:nvSpPr>
            <p:spPr>
              <a:xfrm>
                <a:off x="9982200" y="2938548"/>
                <a:ext cx="1830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5239"/>
                    </a:solidFill>
                  </a:rPr>
                  <a:t>Correct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5239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126F13-4563-BF25-3D41-7291BF587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2938548"/>
                <a:ext cx="1830629" cy="369332"/>
              </a:xfrm>
              <a:prstGeom prst="rect">
                <a:avLst/>
              </a:prstGeom>
              <a:blipFill>
                <a:blip r:embed="rId3"/>
                <a:stretch>
                  <a:fillRect l="-3000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214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DA105-59E7-1032-3AF9-23C4F7441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Perceptron Algorithm: Intuition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DFF6D6-F3CE-F735-B55B-B7F2D93669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that maximizes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, linear model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sgn</m:t>
                        </m:r>
                      </m:fName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dirty="0"/>
                  <a:t> gives incorrect prediction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more positive value is more robust</a:t>
                </a:r>
              </a:p>
              <a:p>
                <a:r>
                  <a:rPr lang="en-US" dirty="0"/>
                  <a:t>Effect of single update 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making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more positive</a:t>
                </a:r>
              </a:p>
              <a:p>
                <a:pPr lvl="1"/>
                <a:r>
                  <a:rPr lang="en-US" dirty="0"/>
                  <a:t>Perceptron was (originally) viewed as building block of the neural network (NN). Indeed, NN often called the Multi Layer Perceptron (MLP).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DFF6D6-F3CE-F735-B55B-B7F2D93669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611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548E4-8CB2-35CF-CB0A-9B28209F73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77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E1413-8BEB-5E0F-595E-2AEE38295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86A5F-9F74-AC44-1034-7168A1998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Perceptron Algorithm as SGD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F4B6FC5-CB69-9E06-5ECA-68D0A50AC5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Perceptron can be seen as a SGD to minimize empirical risk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 for the </a:t>
                </a:r>
                <a:r>
                  <a:rPr lang="en-US" dirty="0">
                    <a:solidFill>
                      <a:srgbClr val="005239"/>
                    </a:solidFill>
                  </a:rPr>
                  <a:t>Perceptron loss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𝑦𝑧</m:t>
                                </m:r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For each 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=0,… </m:t>
                    </m:r>
                  </m:oMath>
                </a14:m>
                <a:r>
                  <a:rPr lang="en-US" dirty="0"/>
                  <a:t>, observe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and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sgn</m:t>
                        </m:r>
                      </m:fName>
                      <m:e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F4B6FC5-CB69-9E06-5ECA-68D0A50AC5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D772B-3FBD-BC45-84DA-B54592327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8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5F8DBC9-8CFA-8DAE-67B1-AA8CC4618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SGD logistic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05BCC2F-C9C6-80D4-DA00-17148CF9CA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Minimize NLL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SGD on NLL can be seen as minimizing empirical risk of the </a:t>
                </a:r>
                <a:r>
                  <a:rPr lang="en-US" dirty="0">
                    <a:solidFill>
                      <a:srgbClr val="005239"/>
                    </a:solidFill>
                  </a:rPr>
                  <a:t>logistic loss function </a:t>
                </a:r>
                <a:br>
                  <a:rPr lang="en-US" dirty="0">
                    <a:solidFill>
                      <a:srgbClr val="005239"/>
                    </a:solidFill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𝑦𝑧</m:t>
                            </m:r>
                          </m:sup>
                        </m:sSup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</m:e>
                            </m:fun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</m:e>
                            </m:fun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=−1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505BCC2F-C9C6-80D4-DA00-17148CF9CA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487" r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45B1D-E2E2-3293-754B-7C93AF1040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87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17C38-BB32-9AAB-98E7-DA111483F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functions for binary classification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7F3249-B0FE-3D08-5261-B0BADF08DED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we predict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sgn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</m:oMath>
                </a14:m>
                <a:r>
                  <a:rPr lang="en-US" dirty="0"/>
                  <a:t> for label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=−1,1</m:t>
                    </m:r>
                  </m:oMath>
                </a14:m>
                <a:r>
                  <a:rPr lang="en-US" dirty="0"/>
                  <a:t>. Several commonly loss functions depend solely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𝑦𝑧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Zero one loss: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sgn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𝑦𝑧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Logistic loss: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𝑦𝑧</m:t>
                            </m:r>
                          </m:sup>
                        </m:sSup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Perceptron loss: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𝑦𝑧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Hinge loss: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𝑦𝑧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Exponential loss: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𝑦𝑧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7F3249-B0FE-3D08-5261-B0BADF08D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A4AAE-F333-3416-F129-580CA60ADD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6835D0E4-8E70-7062-B2BC-BD6155E6A9A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819" y="1860641"/>
            <a:ext cx="5102362" cy="400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630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5C97DB7-4736-C076-BA07-8A18346D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6010AC-9D04-606A-4F9D-968E99FE2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76E12-5FE4-8DC7-A788-282F78E986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1E375138-EC3A-4CD7-9071-7F7F50FC77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07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504B13-F3E0-46A3-07A9-BF254CD66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Margin classifier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8242C-4C2D-80B9-6F6C-BACE97DE5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Max. Margin Classifiers: separate data by looking for the hyperplane that maximizes the margin.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7D548B7-1E48-2415-F125-121D50836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2921" y="2180202"/>
            <a:ext cx="8986157" cy="39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788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5DBCF-CBAB-33E9-0730-69DE4889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Linearly separable data and margin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D33BD-9820-5CBF-A79B-F35DD29A1F5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 binary classification data is linear separable if there exists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Given a hyperplane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=0}</m:t>
                    </m:r>
                  </m:oMath>
                </a14:m>
                <a:r>
                  <a:rPr lang="en-US" dirty="0"/>
                  <a:t>, the distance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Margin: the distance from a separating hyperplane to the closest datapoint of any class.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func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D33BD-9820-5CBF-A79B-F35DD29A1F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99" t="-2156" r="-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E4A6-5F96-1B0F-1B3F-9625DEC151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12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C4C97EC-79D6-B459-5D7D-3457168EE0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1747" t="-750"/>
          <a:stretch>
            <a:fillRect/>
          </a:stretch>
        </p:blipFill>
        <p:spPr>
          <a:xfrm>
            <a:off x="6197600" y="1809354"/>
            <a:ext cx="5384800" cy="410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60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EE7E-FD1A-44BE-7434-11E5ADBAD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the Max-Margin Hyperplane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110CE6-1AC4-B651-BA5A-6C707F09F3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with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=−1,1</m:t>
                    </m:r>
                  </m:oMath>
                </a14:m>
                <a:r>
                  <a:rPr lang="en-US" dirty="0"/>
                  <a:t>, maximum margin separating hyperplane is 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den>
                            </m:f>
                          </m:e>
                        </m:func>
                      </m:e>
                    </m:func>
                  </m:oMath>
                </a14:m>
                <a:br>
                  <a:rPr lang="en-US" dirty="0"/>
                </a:br>
                <a:r>
                  <a:rPr lang="en-US" dirty="0"/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The optimal w is not unique: we could scale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arbitrary scalar without affecting the hyperplane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110CE6-1AC4-B651-BA5A-6C707F09F3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DD953-A3AA-45BE-71BE-94DB4F607A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33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5902E-B53B-0DBA-B02B-F0FD64DD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Optimal margin hyperplane (OMH)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F88A2-EF5D-E849-F7F5-DC2EE91C22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scale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so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func>
                  </m:oMath>
                </a14:m>
                <a:br>
                  <a:rPr lang="en-US" dirty="0"/>
                </a:br>
                <a:r>
                  <a:rPr lang="en-US" dirty="0"/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and equality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Restate: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dirty="0"/>
                  <a:t> 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FF88A2-EF5D-E849-F7F5-DC2EE91C22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C125F-2026-41D8-0943-2A09E7842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0D806E-2BEA-5AEC-5ABA-18B87CB3A05B}"/>
              </a:ext>
            </a:extLst>
          </p:cNvPr>
          <p:cNvSpPr txBox="1"/>
          <p:nvPr/>
        </p:nvSpPr>
        <p:spPr>
          <a:xfrm>
            <a:off x="2440993" y="4816928"/>
            <a:ext cx="7588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5239"/>
                </a:solidFill>
              </a:rPr>
              <a:t>Constrained convex optimization problem!!</a:t>
            </a:r>
          </a:p>
        </p:txBody>
      </p:sp>
    </p:spTree>
    <p:extLst>
      <p:ext uri="{BB962C8B-B14F-4D97-AF65-F5344CB8AC3E}">
        <p14:creationId xmlns:p14="http://schemas.microsoft.com/office/powerpoint/2010/main" val="2427841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49D5-60B4-C5B1-D1EE-4F29F9F3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Constrained optimization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98F94E-76F0-A379-DB1C-E987390364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Consider a constrained optimization problem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br>
                  <a:rPr lang="en-US" b="0" dirty="0"/>
                </a:br>
                <a:r>
                  <a:rPr lang="en-US" b="0" dirty="0"/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i="1" dirty="0"/>
              </a:p>
              <a:p>
                <a:r>
                  <a:rPr lang="en-US" dirty="0"/>
                  <a:t>Feasible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=0}</m:t>
                    </m:r>
                  </m:oMath>
                </a14:m>
                <a:endParaRPr lang="en-US" i="1" dirty="0"/>
              </a:p>
              <a:p>
                <a:r>
                  <a:rPr lang="en-US" dirty="0"/>
                  <a:t>The </a:t>
                </a:r>
                <a:r>
                  <a:rPr lang="en-US" dirty="0" err="1"/>
                  <a:t>Lagrangian</a:t>
                </a:r>
                <a:r>
                  <a:rPr lang="en-US" dirty="0"/>
                  <a:t> is given by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br>
                  <a:rPr lang="en-US" dirty="0"/>
                </a:b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are the Lagrange Multipliers / Dual Variables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98F94E-76F0-A379-DB1C-E987390364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2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F12FB-D978-A158-128E-48CBE1E9DF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02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EA31-D121-C4E2-3F77-33BD406E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Lagrangian</a:t>
            </a:r>
            <a:r>
              <a:rPr lang="en-US" dirty="0"/>
              <a:t> Primal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934A6-63C6-0A9F-C92A-4BF9DC9175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primal objective is defined as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≥0,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&amp;+∞,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 primal optimization problem is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br>
                  <a:rPr lang="en-US" dirty="0"/>
                </a:br>
                <a:r>
                  <a:rPr lang="en-US" dirty="0"/>
                  <a:t>which is equivalent to the original optimization problem!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934A6-63C6-0A9F-C92A-4BF9DC9175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DC00E-F262-E234-D2E1-35FDE913E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69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D5639-BBE5-0CD6-D4AB-4FA45A39B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B6EAE-A9BE-C9FF-375C-35D636512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Lagrangian</a:t>
            </a:r>
            <a:r>
              <a:rPr lang="en-US" dirty="0"/>
              <a:t> Dual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3D0EA-513D-3F99-0B9D-34C3B90825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The primal optimization problem is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≥0,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The dual objective is defined as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 dual optimization problem is</a:t>
                </a:r>
                <a:br>
                  <a:rPr lang="en-US" dirty="0"/>
                </a:br>
                <a14:m>
                  <m:oMath xmlns:m="http://schemas.openxmlformats.org/officeDocument/2006/math">
                    <m:limLow>
                      <m:limLow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lim>
                    </m:limLow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≥0,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3D0EA-513D-3F99-0B9D-34C3B9082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23600-B9BC-10C1-248C-FD3960A1E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44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7F35B-7181-F54D-719E-9F8C63D78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Strong and Weak Duality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0828E-9B4B-2E6E-7230-A7241CAC4F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≥0,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≥0,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lim>
                            </m:limLow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Duality</a:t>
                </a:r>
              </a:p>
              <a:p>
                <a:pPr lvl="1"/>
                <a:r>
                  <a:rPr lang="en-US" dirty="0"/>
                  <a:t>Weak duality: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(always true)</a:t>
                </a:r>
              </a:p>
              <a:p>
                <a:pPr lvl="1"/>
                <a:r>
                  <a:rPr lang="en-US" dirty="0"/>
                  <a:t>Strong duality: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Even if we can solve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some questions are still left open</a:t>
                </a:r>
              </a:p>
              <a:p>
                <a:pPr lvl="1"/>
                <a:r>
                  <a:rPr lang="en-US" dirty="0"/>
                  <a:t>How to obtain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When does strong duality hold? allows us to solve original problem by solving its dual!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0828E-9B4B-2E6E-7230-A7241CAC4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2726" r="-2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C00C5-59ED-3249-BB78-90E96B9E0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26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842C-1145-332E-29C1-7EA1918AF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Strong Duality—KKT Conditions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7D1047-9340-6DD5-F687-A9823A4950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necessary conditions of strong duality: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Karush-Kuhn-Tucker (KKT) Conditions hold</a:t>
                </a:r>
              </a:p>
              <a:p>
                <a:pPr lvl="1"/>
                <a:r>
                  <a:rPr lang="en-US" dirty="0"/>
                  <a:t>Stationarity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/>
                              <m:t>​</m:t>
                            </m:r>
                          </m:e>
                        </m:d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Primal feasibility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Dual feasibility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Complimentary slackness: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7D1047-9340-6DD5-F687-A9823A4950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35858-F688-DDB8-DA11-AD9DDA5C81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F868B5-039B-37AA-850D-E9DE2C9B836B}"/>
              </a:ext>
            </a:extLst>
          </p:cNvPr>
          <p:cNvSpPr txBox="1"/>
          <p:nvPr/>
        </p:nvSpPr>
        <p:spPr>
          <a:xfrm>
            <a:off x="707572" y="6215746"/>
            <a:ext cx="1097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Stephen Boyd and Lieven Vandenberghe. Convex Optimization. Cambridge UP, 2004. Online: http://www.stanford.edu/~boyd/cvxbook/</a:t>
            </a:r>
          </a:p>
        </p:txBody>
      </p:sp>
    </p:spTree>
    <p:extLst>
      <p:ext uri="{BB962C8B-B14F-4D97-AF65-F5344CB8AC3E}">
        <p14:creationId xmlns:p14="http://schemas.microsoft.com/office/powerpoint/2010/main" val="1384646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06D06-89EF-6A06-897C-9EE45F3C2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Sufficient Conditions of Strong Duality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F4419-04A9-A605-56C5-726198CBA7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Strong duality holds if any of the conditions below holds</a:t>
                </a:r>
              </a:p>
              <a:p>
                <a:pPr lvl="1"/>
                <a:r>
                  <a:rPr lang="en-US" dirty="0"/>
                  <a:t>KKT conditions hold for primal solution 𝐱∗ and dual solution 𝛼∗ and 𝛽∗</a:t>
                </a:r>
              </a:p>
              <a:p>
                <a:pPr lvl="1"/>
                <a:r>
                  <a:rPr lang="en-US" dirty="0"/>
                  <a:t>Original problem is convex optimization problem: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convex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are affine</a:t>
                </a:r>
              </a:p>
              <a:p>
                <a:pPr lvl="1"/>
                <a:r>
                  <a:rPr lang="en-US" dirty="0"/>
                  <a:t>Slater's Condition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F4419-04A9-A605-56C5-726198CBA7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3993A-5F8A-506B-94AC-914EA58224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815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7703-501E-1753-2A28-D61E97596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Quick Summary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64EB82-DFCE-A09C-1058-63778C4D6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0943" y="1195388"/>
            <a:ext cx="9150114" cy="49180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8E786-BBA5-653B-2192-D03BEB6859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56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70FC4-5189-F367-DA33-2652F9428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OMH and </a:t>
            </a:r>
            <a:r>
              <a:rPr lang="en-US" dirty="0" err="1"/>
              <a:t>Lagrangian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76E983-F8F3-E514-47D9-687C65CC570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OMH: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dirty="0"/>
                  <a:t> 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the </a:t>
                </a:r>
                <a:r>
                  <a:rPr lang="en-US" dirty="0" err="1"/>
                  <a:t>Lagrangian</a:t>
                </a:r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KKT condition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Complimentary slackness: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76E983-F8F3-E514-47D9-687C65CC57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r="-2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E7F0D-FCEE-2211-D272-1B14823509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9FAF032-E4AC-2B2E-0901-9127AACB389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815" y="1792061"/>
            <a:ext cx="5166370" cy="414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954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88BEC8E-6373-56ED-9DE3-771098771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Dual Objective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FF3C818-3617-61A8-1BBB-D2B1E17DCE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, by KKT we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so </a:t>
                </a:r>
              </a:p>
              <a:p>
                <a:pPr lvl="1"/>
                <a:r>
                  <a:rPr lang="en-US" dirty="0"/>
                  <a:t>the dual objective is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dual problem is a quadratic optimization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is PSD and constraints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FF3C818-3617-61A8-1BBB-D2B1E17DCE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77EC8-F351-3676-D3AC-AA078ED86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26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56ED-642A-E46E-8110-8D538E12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Optimal Soft-Margin Hyperplane (OSMH)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3A30D5-5EE9-E2D6-9594-4463BCC5220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To deal with non-linearly separable case, we could introduce slack variables for each data point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  <m:r>
                      <a:rPr lang="en-US" b="0" i="0" smtClean="0">
                        <a:solidFill>
                          <a:srgbClr val="005239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5239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5239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523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solidFill>
                              <a:srgbClr val="005239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00523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523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5239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5239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br>
                  <a:rPr lang="en-US" dirty="0"/>
                </a:br>
                <a:r>
                  <a:rPr lang="en-US" dirty="0"/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solidFill>
                          <a:srgbClr val="00523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523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5239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523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3A30D5-5EE9-E2D6-9594-4463BCC522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348" r="-1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A4BD9-2815-746D-F8DD-F043E1C72F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5D052E5-2FFA-CDAF-BCE8-F510A672A6A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815" y="1792061"/>
            <a:ext cx="5166370" cy="414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500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78E00BD-1F6A-9CBC-5E09-3664387AF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Motivation for OSMH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F1E2F83-7883-7CD2-7054-91A14A6C08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objective ensures margin is large and the margin violations are small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solidFill>
                          <a:srgbClr val="00523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00523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5239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solidFill>
                              <a:srgbClr val="00523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ensures classifier is doing well similar to the OMH constraint, except we now allow for slack ness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ensures slack variables are non-negative. 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F1E2F83-7883-7CD2-7054-91A14A6C08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611" r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80147-8EAE-1A18-3E4B-8EF3936802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56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0FE28-D663-FA18-F2DF-AA785A3F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OSMH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8F5C81-3FDC-55D5-4903-1DBECF3556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dirty="0" err="1"/>
                  <a:t>Lagrangian</a:t>
                </a:r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KKT condition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Complimentary slackness: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not a support vector 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can be a support vector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8F5C81-3FDC-55D5-4903-1DBECF3556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33" t="-1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59254-D401-E31B-2AB0-25FA41FB3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77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32B8F-A61A-19C7-6A2C-3A6F722E0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2C9AB-416F-FF9A-65F2-3DA1C8B25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27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BBE2DE-A823-1165-6707-666B5882A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407444" y="1195388"/>
            <a:ext cx="7377112" cy="491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108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85AEE0-941A-5C2E-F3E5-2B9DB5D35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Hinge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A3CB66C-4B2A-5737-0707-556C52E39F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Hinge(v)=max{0,1−v}</a:t>
                </a:r>
              </a:p>
              <a:p>
                <a:pPr lvl="1"/>
                <a:r>
                  <a:rPr lang="en-US" dirty="0"/>
                  <a:t>Equivalently,  min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en-US" dirty="0"/>
                  <a:t> so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≥1−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loss is zero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Providing a direction of improvement until the data point has been classified correctly with a comfortable margin away from 0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A3CB66C-4B2A-5737-0707-556C52E39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1877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939BF-5E83-33A0-3193-29025BD9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SVM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58A9A9-FE71-6D6B-EAEF-7925A0C88D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SVM loss and regularized SVM loss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𝐻𝑖𝑛𝑔𝑒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Hinge loss with ℓ2  </a:t>
                </a:r>
                <a:r>
                  <a:rPr lang="en-US" dirty="0" err="1"/>
                  <a:t>regularizer</a:t>
                </a:r>
                <a:endParaRPr lang="en-US" dirty="0"/>
              </a:p>
              <a:p>
                <a:r>
                  <a:rPr lang="en-US" dirty="0"/>
                  <a:t>Equivalently, constrained optimization problem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br>
                  <a:rPr lang="en-US" b="0" dirty="0"/>
                </a:br>
                <a:r>
                  <a:rPr lang="en-US" b="0" dirty="0"/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≥1−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58A9A9-FE71-6D6B-EAEF-7925A0C88D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D8002-CAD6-9435-9BE7-F969C3FA5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850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2A0DA-15F9-283C-12D7-30A0F870A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C2CAA-5E53-6B97-8730-81AE6261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Perceptron Algorithm as ERM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299E7-B55A-0515-8433-ED6355E7C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SGD on logistic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B9FDB-DBD6-FC05-3691-88ED3B6BD85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each 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=0,… </m:t>
                    </m:r>
                  </m:oMath>
                </a14:m>
                <a:r>
                  <a:rPr lang="en-US" dirty="0"/>
                  <a:t>, choose a learning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and set 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B9FDB-DBD6-FC05-3691-88ED3B6BD8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471" t="-10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41BE28-85E6-DA44-5E69-D1F1254AC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SGD on some error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ECCB305-A3F9-F5BA-572F-7ECCAE0361AF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r>
                  <a:rPr lang="en-US" dirty="0"/>
                  <a:t>For each 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=0,… </m:t>
                    </m:r>
                  </m:oMath>
                </a14:m>
                <a:r>
                  <a:rPr lang="en-US" dirty="0"/>
                  <a:t>, observe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and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sgn</m:t>
                        </m:r>
                      </m:fName>
                      <m:e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SGD on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 with 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0)</m:t>
                        </m:r>
                      </m:e>
                    </m:func>
                  </m:oMath>
                </a14:m>
                <a:br>
                  <a:rPr lang="en-US" i="1" dirty="0">
                    <a:latin typeface="Cambria Math" panose="02040503050406030204" pitchFamily="18" charset="0"/>
                  </a:rPr>
                </a:b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ECCB305-A3F9-F5BA-572F-7ECCAE0361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1584" t="-10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FC445-477C-C2DE-5B82-0D9990570A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31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3FD98-C90D-1651-909C-48C115599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16A6F-558A-2129-D789-6D2E4C98B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Perceptron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9B310F-A1BF-D4B7-8E78-B0DE5B06BB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∈{−1, 1}</m:t>
                    </m:r>
                  </m:oMath>
                </a14:m>
                <a:r>
                  <a:rPr lang="en-US" dirty="0"/>
                  <a:t> and initial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each 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=0,… </m:t>
                    </m:r>
                  </m:oMath>
                </a14:m>
                <a:r>
                  <a:rPr lang="en-US" dirty="0"/>
                  <a:t>, observe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and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sgn</m:t>
                        </m:r>
                      </m:fName>
                      <m:e>
                        <m:sSubSup>
                          <m:sSub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𝑓𝑖𝑛𝑎𝑙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9B310F-A1BF-D4B7-8E78-B0DE5B06BB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5CE97-DD35-2C02-7D05-B5A4BB919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3F037D-DE12-CB06-B52F-8B0A511BAF66}"/>
                  </a:ext>
                </a:extLst>
              </p:cNvPr>
              <p:cNvSpPr txBox="1"/>
              <p:nvPr/>
            </p:nvSpPr>
            <p:spPr>
              <a:xfrm>
                <a:off x="9982200" y="2938548"/>
                <a:ext cx="1830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5239"/>
                    </a:solidFill>
                  </a:rPr>
                  <a:t>Correct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5239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3F037D-DE12-CB06-B52F-8B0A511BA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2938548"/>
                <a:ext cx="1830629" cy="369332"/>
              </a:xfrm>
              <a:prstGeom prst="rect">
                <a:avLst/>
              </a:prstGeom>
              <a:blipFill>
                <a:blip r:embed="rId3"/>
                <a:stretch>
                  <a:fillRect l="-3000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CBBE6D-7542-764F-3B10-64C9A33FF4B0}"/>
                  </a:ext>
                </a:extLst>
              </p:cNvPr>
              <p:cNvSpPr txBox="1"/>
              <p:nvPr/>
            </p:nvSpPr>
            <p:spPr>
              <a:xfrm>
                <a:off x="3026979" y="4795023"/>
                <a:ext cx="6926448" cy="652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SGD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0)</m:t>
                        </m:r>
                      </m:e>
                    </m:func>
                  </m:oMath>
                </a14:m>
                <a:r>
                  <a:rPr lang="en-US" dirty="0"/>
                  <a:t> and 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CBBE6D-7542-764F-3B10-64C9A33FF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979" y="4795023"/>
                <a:ext cx="6926448" cy="652294"/>
              </a:xfrm>
              <a:prstGeom prst="rect">
                <a:avLst/>
              </a:prstGeom>
              <a:blipFill>
                <a:blip r:embed="rId4"/>
                <a:stretch>
                  <a:fillRect l="-792" t="-66355" b="-63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810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6C9FB-9848-BC99-CE2F-BBBC27D4A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Decide on a model, Binary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988009-69DE-E368-67A8-6220EE0A42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some testing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𝑡𝑒𝑥𝑡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training data, we may use those training data to vote for the label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1[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issue?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988009-69DE-E368-67A8-6220EE0A42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611" r="-1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D9238-F26B-C757-1653-07D2A7686F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725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EF3E-F740-80E9-3979-00DA4F28E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FAAC-F49C-A8F7-18AA-83362351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Decide on a model, Binary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DE4DF-7542-D182-46C8-E5E8CB9A8C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To make predictions for unseen inputs, we need general model for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(⋅|⋅)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Activation function 𝜎:ℝ→[0,1]</a:t>
                </a:r>
              </a:p>
              <a:p>
                <a:pPr lvl="1"/>
                <a:r>
                  <a:rPr lang="en-US" dirty="0"/>
                  <a:t>Given a regression model, we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to map it to [0,1]</a:t>
                </a:r>
              </a:p>
              <a:p>
                <a:pPr lvl="1"/>
                <a:r>
                  <a:rPr lang="en-US" dirty="0"/>
                  <a:t>In particular, for any linear model with parameter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, we can modify it into a binary classification problem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DE4DF-7542-D182-46C8-E5E8CB9A8C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611" r="-2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21F42-722D-B08B-FEA8-89F0A0F3C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5138-EC3A-4CD7-9071-7F7F50FC778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228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GM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239"/>
      </a:accent1>
      <a:accent2>
        <a:srgbClr val="FFC733"/>
      </a:accent2>
      <a:accent3>
        <a:srgbClr val="333333"/>
      </a:accent3>
      <a:accent4>
        <a:srgbClr val="CC4824"/>
      </a:accent4>
      <a:accent5>
        <a:srgbClr val="008285"/>
      </a:accent5>
      <a:accent6>
        <a:srgbClr val="727579"/>
      </a:accent6>
      <a:hlink>
        <a:srgbClr val="004F71"/>
      </a:hlink>
      <a:folHlink>
        <a:srgbClr val="000000"/>
      </a:folHlink>
    </a:clrScheme>
    <a:fontScheme name="Custom 1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38100">
          <a:prstDash val="dash"/>
          <a:headEnd type="diamond"/>
          <a:tailEnd type="stealth" w="lg" len="lg"/>
        </a:ln>
        <a:effectLst>
          <a:outerShdw blurRad="40000" dist="63500" dir="3960000" rotWithShape="0">
            <a:srgbClr val="000000">
              <a:alpha val="38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C5738322DB74D85228DD973DFB4D9" ma:contentTypeVersion="16" ma:contentTypeDescription="Create a new document." ma:contentTypeScope="" ma:versionID="2729c38e4df37ce9c37903e2d0f59f13">
  <xsd:schema xmlns:xsd="http://www.w3.org/2001/XMLSchema" xmlns:xs="http://www.w3.org/2001/XMLSchema" xmlns:p="http://schemas.microsoft.com/office/2006/metadata/properties" xmlns:ns3="1ca97ff5-0103-4985-913e-babd51d2f8a6" xmlns:ns4="d8fdf6ef-f40f-434d-9e4d-62c92d97122a" targetNamespace="http://schemas.microsoft.com/office/2006/metadata/properties" ma:root="true" ma:fieldsID="6b5818b1b9735794e1efa040aa9217bc" ns3:_="" ns4:_="">
    <xsd:import namespace="1ca97ff5-0103-4985-913e-babd51d2f8a6"/>
    <xsd:import namespace="d8fdf6ef-f40f-434d-9e4d-62c92d97122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a97ff5-0103-4985-913e-babd51d2f8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fdf6ef-f40f-434d-9e4d-62c92d97122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a97ff5-0103-4985-913e-babd51d2f8a6" xsi:nil="true"/>
  </documentManagement>
</p:properties>
</file>

<file path=customXml/itemProps1.xml><?xml version="1.0" encoding="utf-8"?>
<ds:datastoreItem xmlns:ds="http://schemas.openxmlformats.org/officeDocument/2006/customXml" ds:itemID="{B522527D-123B-4311-8BC8-0BF6284CD5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BADF82-2AF0-49B5-947B-3A77DCA33ED5}">
  <ds:schemaRefs>
    <ds:schemaRef ds:uri="1ca97ff5-0103-4985-913e-babd51d2f8a6"/>
    <ds:schemaRef ds:uri="d8fdf6ef-f40f-434d-9e4d-62c92d9712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50C3CFC-C4FC-4EAA-9093-E703A345A5C2}">
  <ds:schemaRefs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1ca97ff5-0103-4985-913e-babd51d2f8a6"/>
    <ds:schemaRef ds:uri="http://www.w3.org/XML/1998/namespace"/>
    <ds:schemaRef ds:uri="d8fdf6ef-f40f-434d-9e4d-62c92d97122a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9e857255-df57-4c47-a0c0-0546460380cb}" enabled="0" method="" siteId="{9e857255-df57-4c47-a0c0-0546460380c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611</TotalTime>
  <Words>1571</Words>
  <Application>Microsoft Office PowerPoint</Application>
  <PresentationFormat>Widescreen</PresentationFormat>
  <Paragraphs>174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Cambria Math</vt:lpstr>
      <vt:lpstr>Myanmar Text</vt:lpstr>
      <vt:lpstr>Univers</vt:lpstr>
      <vt:lpstr>1_Office Theme</vt:lpstr>
      <vt:lpstr>CS-688 Machine Learning</vt:lpstr>
      <vt:lpstr>Logistic</vt:lpstr>
      <vt:lpstr>Three different approaches</vt:lpstr>
      <vt:lpstr>Perceptron Algorithm</vt:lpstr>
      <vt:lpstr>Perceptron Algorithm</vt:lpstr>
      <vt:lpstr>Perceptron Algorithm: Intuition</vt:lpstr>
      <vt:lpstr>Perceptron Algorithm as SGD</vt:lpstr>
      <vt:lpstr>SGD logistic regression</vt:lpstr>
      <vt:lpstr>Loss functions for binary classification</vt:lpstr>
      <vt:lpstr>Support vector machine</vt:lpstr>
      <vt:lpstr>Margin classifier</vt:lpstr>
      <vt:lpstr>Linearly separable data and margin</vt:lpstr>
      <vt:lpstr>Finding the Max-Margin Hyperplane</vt:lpstr>
      <vt:lpstr>Optimal margin hyperplane (OMH)</vt:lpstr>
      <vt:lpstr>Constrained optimization</vt:lpstr>
      <vt:lpstr>Lagrangian Primal</vt:lpstr>
      <vt:lpstr>Lagrangian Dual</vt:lpstr>
      <vt:lpstr>Strong and Weak Duality</vt:lpstr>
      <vt:lpstr>Strong Duality—KKT Conditions</vt:lpstr>
      <vt:lpstr>Sufficient Conditions of Strong Duality</vt:lpstr>
      <vt:lpstr>A Quick Summary</vt:lpstr>
      <vt:lpstr>OMH and Lagrangian</vt:lpstr>
      <vt:lpstr>Dual Objective</vt:lpstr>
      <vt:lpstr>Optimal Soft-Margin Hyperplane (OSMH)</vt:lpstr>
      <vt:lpstr>Motivation for OSMH</vt:lpstr>
      <vt:lpstr>Solving OSMH</vt:lpstr>
      <vt:lpstr>Support vector</vt:lpstr>
      <vt:lpstr>Hinge loss</vt:lpstr>
      <vt:lpstr>SVM algorithm</vt:lpstr>
      <vt:lpstr>Perceptron Algorithm as ERM</vt:lpstr>
      <vt:lpstr>Perceptron Algorithm</vt:lpstr>
      <vt:lpstr>Decide on a model, Binary classification</vt:lpstr>
      <vt:lpstr>Decide on a model, Binary classification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fang yi yu</dc:creator>
  <cp:lastModifiedBy>Fang-Yi Yu</cp:lastModifiedBy>
  <cp:revision>14</cp:revision>
  <cp:lastPrinted>2025-01-12T20:21:23Z</cp:lastPrinted>
  <dcterms:created xsi:type="dcterms:W3CDTF">2019-05-06T18:30:56Z</dcterms:created>
  <dcterms:modified xsi:type="dcterms:W3CDTF">2025-10-08T23:02:51Z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0x0101002F8C5738322DB74D85228DD973DFB4D9</vt:lpwstr>
  </property>
</Properties>
</file>